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57" r:id="rId3"/>
    <p:sldId id="258" r:id="rId4"/>
    <p:sldId id="259" r:id="rId5"/>
    <p:sldId id="260" r:id="rId6"/>
    <p:sldId id="271" r:id="rId7"/>
    <p:sldId id="272" r:id="rId8"/>
    <p:sldId id="261" r:id="rId9"/>
    <p:sldId id="263" r:id="rId10"/>
    <p:sldId id="262" r:id="rId11"/>
    <p:sldId id="273" r:id="rId12"/>
    <p:sldId id="270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49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583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09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429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966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020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356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86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984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518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753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790452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004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3955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668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170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74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A75DD6-0524-4343-93DA-766D4132C16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1943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FC7FC-5967-E8A5-75EE-0B10A7F808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secure multi-layered network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69C92B-F3FC-B9C4-2DC2-5F8004A85F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William A. Skinner</a:t>
            </a:r>
          </a:p>
        </p:txBody>
      </p:sp>
    </p:spTree>
    <p:extLst>
      <p:ext uri="{BB962C8B-B14F-4D97-AF65-F5344CB8AC3E}">
        <p14:creationId xmlns:p14="http://schemas.microsoft.com/office/powerpoint/2010/main" val="776778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F3FCB-6AAE-0F32-0DD2-EC2A2CBB1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my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D745F-1E72-9B85-9411-372D834D8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532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3DCB9-1FB0-09EF-FC55-6625332D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did I choose this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6569-26AC-A566-CE24-54F7B3494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wanted to learn more about cybersecurity</a:t>
            </a:r>
          </a:p>
          <a:p>
            <a:r>
              <a:rPr lang="en-US" dirty="0"/>
              <a:t>I wanted to design my own network</a:t>
            </a:r>
          </a:p>
          <a:p>
            <a:r>
              <a:rPr lang="en-US" dirty="0"/>
              <a:t>I wanted to understand the shortcomings of the configuration</a:t>
            </a:r>
          </a:p>
          <a:p>
            <a:r>
              <a:rPr lang="en-US" dirty="0"/>
              <a:t>Most of all, I wanted to learn what I would miss</a:t>
            </a:r>
          </a:p>
          <a:p>
            <a:pPr lvl="1"/>
            <a:r>
              <a:rPr lang="en-US" dirty="0"/>
              <a:t>So that I can improve</a:t>
            </a:r>
          </a:p>
        </p:txBody>
      </p:sp>
    </p:spTree>
    <p:extLst>
      <p:ext uri="{BB962C8B-B14F-4D97-AF65-F5344CB8AC3E}">
        <p14:creationId xmlns:p14="http://schemas.microsoft.com/office/powerpoint/2010/main" val="4001726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0B1C0-CF37-5823-FBC2-0197F8C02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7400A-FAFB-525E-61E1-3CF80F2E92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322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D5D8D-604B-71DF-9D4C-E3BA21C13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Technologies Used (Windows)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BB6FE-C046-243D-FB1F-77B6727A6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Windows</a:t>
            </a:r>
          </a:p>
          <a:p>
            <a:r>
              <a:rPr lang="en-US" dirty="0"/>
              <a:t>Hyper-V</a:t>
            </a:r>
          </a:p>
          <a:p>
            <a:r>
              <a:rPr lang="en-US" dirty="0"/>
              <a:t>DNS</a:t>
            </a:r>
          </a:p>
          <a:p>
            <a:r>
              <a:rPr lang="en-US" dirty="0"/>
              <a:t>Domain Services</a:t>
            </a:r>
          </a:p>
          <a:p>
            <a:r>
              <a:rPr lang="en-US" dirty="0"/>
              <a:t>Nmap</a:t>
            </a:r>
          </a:p>
          <a:p>
            <a:r>
              <a:rPr lang="en-US" dirty="0"/>
              <a:t>Nessus </a:t>
            </a:r>
          </a:p>
        </p:txBody>
      </p:sp>
    </p:spTree>
    <p:extLst>
      <p:ext uri="{BB962C8B-B14F-4D97-AF65-F5344CB8AC3E}">
        <p14:creationId xmlns:p14="http://schemas.microsoft.com/office/powerpoint/2010/main" val="1038100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9C8E0-6874-2DC5-1D0A-D4AF2D4BC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B3819-D4AE-16E9-3091-E88EFF051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Technologies Used (Linux)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13F45-53C9-C84A-0265-8E03A264E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Ubuntu</a:t>
            </a:r>
          </a:p>
          <a:p>
            <a:r>
              <a:rPr lang="en-US" dirty="0"/>
              <a:t>MongoDB</a:t>
            </a:r>
          </a:p>
          <a:p>
            <a:r>
              <a:rPr lang="en-US" dirty="0"/>
              <a:t>node.js</a:t>
            </a:r>
          </a:p>
          <a:p>
            <a:r>
              <a:rPr lang="en-US" dirty="0"/>
              <a:t>nginx</a:t>
            </a:r>
          </a:p>
          <a:p>
            <a:r>
              <a:rPr lang="en-US" dirty="0"/>
              <a:t>pm2</a:t>
            </a:r>
          </a:p>
          <a:p>
            <a:r>
              <a:rPr lang="en-US" dirty="0"/>
              <a:t>Nmap</a:t>
            </a:r>
          </a:p>
          <a:p>
            <a:r>
              <a:rPr lang="en-US" dirty="0" err="1"/>
              <a:t>CrackMapExec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196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19F41-FC86-22F3-BE88-4569C9CF8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339B-91B7-0D20-4CDE-8D9E667B2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Technologies Used (Firewall)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DC579-14D6-4E30-24C5-F220F2B171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OPNsense</a:t>
            </a:r>
          </a:p>
        </p:txBody>
      </p:sp>
    </p:spTree>
    <p:extLst>
      <p:ext uri="{BB962C8B-B14F-4D97-AF65-F5344CB8AC3E}">
        <p14:creationId xmlns:p14="http://schemas.microsoft.com/office/powerpoint/2010/main" val="1790785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07DC4-B8A5-8433-1E4A-81682D3A1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Went wrong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DB40A-EB1A-370A-8DC5-C75E459D6B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Blade connection issue</a:t>
            </a:r>
          </a:p>
          <a:p>
            <a:r>
              <a:rPr lang="en-US" dirty="0"/>
              <a:t>Network Firewall routing issues</a:t>
            </a:r>
          </a:p>
          <a:p>
            <a:r>
              <a:rPr lang="en-US" dirty="0"/>
              <a:t>Database authentication issue</a:t>
            </a:r>
          </a:p>
          <a:p>
            <a:endParaRPr lang="en-US" dirty="0"/>
          </a:p>
          <a:p>
            <a:r>
              <a:rPr lang="en-US" dirty="0"/>
              <a:t>Server room connection issue</a:t>
            </a:r>
          </a:p>
          <a:p>
            <a:r>
              <a:rPr lang="en-US" dirty="0"/>
              <a:t>Synology failure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7535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0295D-E491-9480-F617-1C5EFF01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 fixed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4DB23-9516-B80C-8C2C-FABFEA759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Blade connection issue</a:t>
            </a:r>
          </a:p>
          <a:p>
            <a:pPr lvl="1"/>
            <a:r>
              <a:rPr lang="en-US" b="1" dirty="0"/>
              <a:t>I compacted down the one blade to remove the extra network</a:t>
            </a:r>
          </a:p>
          <a:p>
            <a:r>
              <a:rPr lang="en-US" dirty="0"/>
              <a:t>Network Firewall routing issues</a:t>
            </a:r>
          </a:p>
          <a:p>
            <a:pPr lvl="1"/>
            <a:r>
              <a:rPr lang="en-US" b="1" dirty="0"/>
              <a:t>I removed the etcher firewall that was causing the routing and built up better protections</a:t>
            </a:r>
          </a:p>
          <a:p>
            <a:r>
              <a:rPr lang="en-US" dirty="0"/>
              <a:t>Database authentication issue</a:t>
            </a:r>
          </a:p>
          <a:p>
            <a:pPr lvl="1"/>
            <a:r>
              <a:rPr lang="en-US" b="1" dirty="0"/>
              <a:t>I changed the password to a form that was allowed</a:t>
            </a:r>
            <a:endParaRPr lang="en-US" dirty="0"/>
          </a:p>
          <a:p>
            <a:r>
              <a:rPr lang="en-US" dirty="0"/>
              <a:t>Server room connection issue</a:t>
            </a:r>
          </a:p>
          <a:p>
            <a:pPr lvl="1"/>
            <a:r>
              <a:rPr lang="en-US" b="1" dirty="0"/>
              <a:t>I went to the server room physically and connected directly</a:t>
            </a:r>
          </a:p>
          <a:p>
            <a:r>
              <a:rPr lang="en-US" dirty="0"/>
              <a:t>Synology failure</a:t>
            </a:r>
          </a:p>
          <a:p>
            <a:pPr lvl="1"/>
            <a:r>
              <a:rPr lang="en-US" b="1" dirty="0"/>
              <a:t>I rebuilt all VMs and configurations at minimal specs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90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584B1-6F78-75A4-41F0-673E03CBB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Went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9D20D-060B-2971-B5E0-D659B825E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DNS setup</a:t>
            </a:r>
          </a:p>
          <a:p>
            <a:r>
              <a:rPr lang="en-US" dirty="0"/>
              <a:t>Domain Services configuration</a:t>
            </a:r>
          </a:p>
          <a:p>
            <a:r>
              <a:rPr lang="en-US" dirty="0"/>
              <a:t>System-wide updates</a:t>
            </a:r>
          </a:p>
          <a:p>
            <a:r>
              <a:rPr lang="en-US" dirty="0"/>
              <a:t>Installation of all softwares</a:t>
            </a:r>
          </a:p>
          <a:p>
            <a:r>
              <a:rPr lang="en-US" dirty="0"/>
              <a:t>Website creation</a:t>
            </a:r>
          </a:p>
          <a:p>
            <a:r>
              <a:rPr lang="en-US" dirty="0"/>
              <a:t>Attack server execution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985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A3377-44C0-9527-A06B-EECA35CA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penetration testing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1DC9D-DC18-C587-EC65-5F0BAC6D34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87029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2994D-4F72-39E0-8B02-531CEEBF6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89881-CDA1-E92B-6922-301AC943B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535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02B1F-C788-DC75-F422-0197654382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 &amp; 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557FCDC1-7675-3AF5-937B-BF6FF9F0EA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817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1FBCBE-2025-965F-B603-9C4658D237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770DE04-6B47-355D-B0E6-9C7A589FDF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883958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90</TotalTime>
  <Words>213</Words>
  <Application>Microsoft Office PowerPoint</Application>
  <PresentationFormat>Widescreen</PresentationFormat>
  <Paragraphs>56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Century Gothic</vt:lpstr>
      <vt:lpstr>Vapor Trail</vt:lpstr>
      <vt:lpstr>secure multi-layered network</vt:lpstr>
      <vt:lpstr>What is my project</vt:lpstr>
      <vt:lpstr>Why did I choose this project</vt:lpstr>
      <vt:lpstr>Demo</vt:lpstr>
      <vt:lpstr>Technologies Used (Windows)</vt:lpstr>
      <vt:lpstr>Technologies Used (Linux)</vt:lpstr>
      <vt:lpstr>Technologies Used (Firewall)</vt:lpstr>
      <vt:lpstr>What Went wrong</vt:lpstr>
      <vt:lpstr>How I fixed it</vt:lpstr>
      <vt:lpstr>What Went Right</vt:lpstr>
      <vt:lpstr>penetration testing results</vt:lpstr>
      <vt:lpstr>Conclusion </vt:lpstr>
      <vt:lpstr>Q &amp; A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Skinner</dc:creator>
  <cp:lastModifiedBy>William Skinner</cp:lastModifiedBy>
  <cp:revision>4</cp:revision>
  <dcterms:created xsi:type="dcterms:W3CDTF">2026-03-02T21:22:18Z</dcterms:created>
  <dcterms:modified xsi:type="dcterms:W3CDTF">2026-03-03T22:32:38Z</dcterms:modified>
</cp:coreProperties>
</file>