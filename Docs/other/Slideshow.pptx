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68" r:id="rId1"/>
  </p:sldMasterIdLst>
  <p:sldIdLst>
    <p:sldId id="256" r:id="rId2"/>
    <p:sldId id="257" r:id="rId3"/>
    <p:sldId id="258" r:id="rId4"/>
    <p:sldId id="259" r:id="rId5"/>
    <p:sldId id="274" r:id="rId6"/>
    <p:sldId id="261" r:id="rId7"/>
    <p:sldId id="263" r:id="rId8"/>
    <p:sldId id="262" r:id="rId9"/>
    <p:sldId id="273" r:id="rId10"/>
    <p:sldId id="270" r:id="rId11"/>
    <p:sldId id="268" r:id="rId12"/>
    <p:sldId id="269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284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diagrams/_rels/data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sv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image" Target="../media/image15.svg"/><Relationship Id="rId1" Type="http://schemas.openxmlformats.org/officeDocument/2006/relationships/image" Target="../media/image14.png"/><Relationship Id="rId6" Type="http://schemas.openxmlformats.org/officeDocument/2006/relationships/image" Target="../media/image19.svg"/><Relationship Id="rId5" Type="http://schemas.openxmlformats.org/officeDocument/2006/relationships/image" Target="../media/image18.png"/><Relationship Id="rId4" Type="http://schemas.openxmlformats.org/officeDocument/2006/relationships/image" Target="../media/image17.svg"/></Relationships>
</file>

<file path=ppt/diagrams/_rels/drawing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sv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image" Target="../media/image15.svg"/><Relationship Id="rId1" Type="http://schemas.openxmlformats.org/officeDocument/2006/relationships/image" Target="../media/image14.png"/><Relationship Id="rId6" Type="http://schemas.openxmlformats.org/officeDocument/2006/relationships/image" Target="../media/image19.svg"/><Relationship Id="rId5" Type="http://schemas.openxmlformats.org/officeDocument/2006/relationships/image" Target="../media/image18.png"/><Relationship Id="rId4" Type="http://schemas.openxmlformats.org/officeDocument/2006/relationships/image" Target="../media/image17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CE974C6-04B2-4D4E-B7CC-2058F38B035C}" type="doc">
      <dgm:prSet loTypeId="urn:microsoft.com/office/officeart/2005/8/layout/hierarchy1" loCatId="hierarchy" qsTypeId="urn:microsoft.com/office/officeart/2005/8/quickstyle/simple4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0525BBB3-0324-4E50-A416-20E0C5A18760}">
      <dgm:prSet/>
      <dgm:spPr/>
      <dgm:t>
        <a:bodyPr/>
        <a:lstStyle/>
        <a:p>
          <a:r>
            <a:rPr lang="en-US"/>
            <a:t>Network Segmentation</a:t>
          </a:r>
        </a:p>
      </dgm:t>
    </dgm:pt>
    <dgm:pt modelId="{A6379E6F-8C00-474A-9741-125E8EF60E15}" type="parTrans" cxnId="{993795FF-925F-42CF-9993-717E115E6990}">
      <dgm:prSet/>
      <dgm:spPr/>
      <dgm:t>
        <a:bodyPr/>
        <a:lstStyle/>
        <a:p>
          <a:endParaRPr lang="en-US"/>
        </a:p>
      </dgm:t>
    </dgm:pt>
    <dgm:pt modelId="{EF5B7DFA-3817-4AF5-A470-BB249988BA3D}" type="sibTrans" cxnId="{993795FF-925F-42CF-9993-717E115E6990}">
      <dgm:prSet/>
      <dgm:spPr/>
      <dgm:t>
        <a:bodyPr/>
        <a:lstStyle/>
        <a:p>
          <a:endParaRPr lang="en-US"/>
        </a:p>
      </dgm:t>
    </dgm:pt>
    <dgm:pt modelId="{A17D23B3-BEC2-4467-A3BD-FE2875E04A4D}">
      <dgm:prSet/>
      <dgm:spPr/>
      <dgm:t>
        <a:bodyPr/>
        <a:lstStyle/>
        <a:p>
          <a:r>
            <a:rPr lang="en-US"/>
            <a:t>Access Control &amp; Identity Management</a:t>
          </a:r>
        </a:p>
      </dgm:t>
    </dgm:pt>
    <dgm:pt modelId="{9789EA1A-A6E7-424B-8450-3FF36913D151}" type="parTrans" cxnId="{33E9199D-A2D5-4F7D-B672-11CE72EDBD6D}">
      <dgm:prSet/>
      <dgm:spPr/>
      <dgm:t>
        <a:bodyPr/>
        <a:lstStyle/>
        <a:p>
          <a:endParaRPr lang="en-US"/>
        </a:p>
      </dgm:t>
    </dgm:pt>
    <dgm:pt modelId="{FEF92B0D-A861-4614-829D-3DA790EE102D}" type="sibTrans" cxnId="{33E9199D-A2D5-4F7D-B672-11CE72EDBD6D}">
      <dgm:prSet/>
      <dgm:spPr/>
      <dgm:t>
        <a:bodyPr/>
        <a:lstStyle/>
        <a:p>
          <a:endParaRPr lang="en-US"/>
        </a:p>
      </dgm:t>
    </dgm:pt>
    <dgm:pt modelId="{BFC73374-6412-4C20-A5E9-C6EEF5743DAD}">
      <dgm:prSet/>
      <dgm:spPr/>
      <dgm:t>
        <a:bodyPr/>
        <a:lstStyle/>
        <a:p>
          <a:r>
            <a:rPr lang="en-US"/>
            <a:t>Secure System Architecture</a:t>
          </a:r>
        </a:p>
      </dgm:t>
    </dgm:pt>
    <dgm:pt modelId="{2F29B09D-B035-4CF6-AE8B-58A27314B99E}" type="parTrans" cxnId="{7D2B990B-A187-4B31-8C71-1F83727AC86C}">
      <dgm:prSet/>
      <dgm:spPr/>
      <dgm:t>
        <a:bodyPr/>
        <a:lstStyle/>
        <a:p>
          <a:endParaRPr lang="en-US"/>
        </a:p>
      </dgm:t>
    </dgm:pt>
    <dgm:pt modelId="{A54D8420-6438-4EA8-AD3C-C83C69FC713B}" type="sibTrans" cxnId="{7D2B990B-A187-4B31-8C71-1F83727AC86C}">
      <dgm:prSet/>
      <dgm:spPr/>
      <dgm:t>
        <a:bodyPr/>
        <a:lstStyle/>
        <a:p>
          <a:endParaRPr lang="en-US"/>
        </a:p>
      </dgm:t>
    </dgm:pt>
    <dgm:pt modelId="{C25604CE-76D5-45A3-8A40-DC5886F9036D}">
      <dgm:prSet/>
      <dgm:spPr/>
      <dgm:t>
        <a:bodyPr/>
        <a:lstStyle/>
        <a:p>
          <a:r>
            <a:rPr lang="en-US"/>
            <a:t>Basics of penetration testing</a:t>
          </a:r>
        </a:p>
      </dgm:t>
    </dgm:pt>
    <dgm:pt modelId="{68F8E5CD-5592-43BD-B0E6-B3D968033B12}" type="parTrans" cxnId="{D71BE735-548A-41EF-82B4-7B9799111384}">
      <dgm:prSet/>
      <dgm:spPr/>
      <dgm:t>
        <a:bodyPr/>
        <a:lstStyle/>
        <a:p>
          <a:endParaRPr lang="en-US"/>
        </a:p>
      </dgm:t>
    </dgm:pt>
    <dgm:pt modelId="{C9A2FF02-1068-464E-A31D-2CB45C64353F}" type="sibTrans" cxnId="{D71BE735-548A-41EF-82B4-7B9799111384}">
      <dgm:prSet/>
      <dgm:spPr/>
      <dgm:t>
        <a:bodyPr/>
        <a:lstStyle/>
        <a:p>
          <a:endParaRPr lang="en-US"/>
        </a:p>
      </dgm:t>
    </dgm:pt>
    <dgm:pt modelId="{495DBBA1-9099-4F28-97E1-38B963C88641}" type="pres">
      <dgm:prSet presAssocID="{1CE974C6-04B2-4D4E-B7CC-2058F38B035C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61474014-A9F8-47CD-B3DD-CC20FB570CEA}" type="pres">
      <dgm:prSet presAssocID="{0525BBB3-0324-4E50-A416-20E0C5A18760}" presName="hierRoot1" presStyleCnt="0"/>
      <dgm:spPr/>
    </dgm:pt>
    <dgm:pt modelId="{36F85AAE-FF04-4569-8832-747FAFE0647A}" type="pres">
      <dgm:prSet presAssocID="{0525BBB3-0324-4E50-A416-20E0C5A18760}" presName="composite" presStyleCnt="0"/>
      <dgm:spPr/>
    </dgm:pt>
    <dgm:pt modelId="{B084C309-E97B-43E4-8A99-3792017935AB}" type="pres">
      <dgm:prSet presAssocID="{0525BBB3-0324-4E50-A416-20E0C5A18760}" presName="background" presStyleLbl="node0" presStyleIdx="0" presStyleCnt="4"/>
      <dgm:spPr/>
    </dgm:pt>
    <dgm:pt modelId="{42F50690-23B6-423B-AD8F-6B6D47E35A39}" type="pres">
      <dgm:prSet presAssocID="{0525BBB3-0324-4E50-A416-20E0C5A18760}" presName="text" presStyleLbl="fgAcc0" presStyleIdx="0" presStyleCnt="4">
        <dgm:presLayoutVars>
          <dgm:chPref val="3"/>
        </dgm:presLayoutVars>
      </dgm:prSet>
      <dgm:spPr/>
    </dgm:pt>
    <dgm:pt modelId="{F5D4DB22-B2CA-47A6-A125-9B69DC5DB8E8}" type="pres">
      <dgm:prSet presAssocID="{0525BBB3-0324-4E50-A416-20E0C5A18760}" presName="hierChild2" presStyleCnt="0"/>
      <dgm:spPr/>
    </dgm:pt>
    <dgm:pt modelId="{A5C477D8-DDC4-4915-A090-EAEDB48537F4}" type="pres">
      <dgm:prSet presAssocID="{A17D23B3-BEC2-4467-A3BD-FE2875E04A4D}" presName="hierRoot1" presStyleCnt="0"/>
      <dgm:spPr/>
    </dgm:pt>
    <dgm:pt modelId="{BA7018FF-DF3B-499D-8872-9100E0FF4DA7}" type="pres">
      <dgm:prSet presAssocID="{A17D23B3-BEC2-4467-A3BD-FE2875E04A4D}" presName="composite" presStyleCnt="0"/>
      <dgm:spPr/>
    </dgm:pt>
    <dgm:pt modelId="{F98EF1C0-AC7E-4B18-B056-F423C868ABD1}" type="pres">
      <dgm:prSet presAssocID="{A17D23B3-BEC2-4467-A3BD-FE2875E04A4D}" presName="background" presStyleLbl="node0" presStyleIdx="1" presStyleCnt="4"/>
      <dgm:spPr/>
    </dgm:pt>
    <dgm:pt modelId="{C8306D07-BA8F-4844-B67D-28D03D1FBE53}" type="pres">
      <dgm:prSet presAssocID="{A17D23B3-BEC2-4467-A3BD-FE2875E04A4D}" presName="text" presStyleLbl="fgAcc0" presStyleIdx="1" presStyleCnt="4">
        <dgm:presLayoutVars>
          <dgm:chPref val="3"/>
        </dgm:presLayoutVars>
      </dgm:prSet>
      <dgm:spPr/>
    </dgm:pt>
    <dgm:pt modelId="{1FF40E9A-BBD3-4EFA-A9D8-4F48DEBFB5AF}" type="pres">
      <dgm:prSet presAssocID="{A17D23B3-BEC2-4467-A3BD-FE2875E04A4D}" presName="hierChild2" presStyleCnt="0"/>
      <dgm:spPr/>
    </dgm:pt>
    <dgm:pt modelId="{88B5ADB7-CEC6-4BB1-B392-66D38FA9E5AA}" type="pres">
      <dgm:prSet presAssocID="{BFC73374-6412-4C20-A5E9-C6EEF5743DAD}" presName="hierRoot1" presStyleCnt="0"/>
      <dgm:spPr/>
    </dgm:pt>
    <dgm:pt modelId="{1BCF9724-F10C-4483-80A5-12604334A2C7}" type="pres">
      <dgm:prSet presAssocID="{BFC73374-6412-4C20-A5E9-C6EEF5743DAD}" presName="composite" presStyleCnt="0"/>
      <dgm:spPr/>
    </dgm:pt>
    <dgm:pt modelId="{701D95BC-994D-417C-B132-DE5A8929816E}" type="pres">
      <dgm:prSet presAssocID="{BFC73374-6412-4C20-A5E9-C6EEF5743DAD}" presName="background" presStyleLbl="node0" presStyleIdx="2" presStyleCnt="4"/>
      <dgm:spPr/>
    </dgm:pt>
    <dgm:pt modelId="{88AF2227-78CB-4727-AA41-8E65428D9BCB}" type="pres">
      <dgm:prSet presAssocID="{BFC73374-6412-4C20-A5E9-C6EEF5743DAD}" presName="text" presStyleLbl="fgAcc0" presStyleIdx="2" presStyleCnt="4">
        <dgm:presLayoutVars>
          <dgm:chPref val="3"/>
        </dgm:presLayoutVars>
      </dgm:prSet>
      <dgm:spPr/>
    </dgm:pt>
    <dgm:pt modelId="{8F68B3E7-07D0-4954-B252-4EAF5436BAE6}" type="pres">
      <dgm:prSet presAssocID="{BFC73374-6412-4C20-A5E9-C6EEF5743DAD}" presName="hierChild2" presStyleCnt="0"/>
      <dgm:spPr/>
    </dgm:pt>
    <dgm:pt modelId="{5802711F-AAD0-4A05-BB44-E1F532E2DFE5}" type="pres">
      <dgm:prSet presAssocID="{C25604CE-76D5-45A3-8A40-DC5886F9036D}" presName="hierRoot1" presStyleCnt="0"/>
      <dgm:spPr/>
    </dgm:pt>
    <dgm:pt modelId="{D73A2745-B1B2-42A0-B1A1-C680D09AB523}" type="pres">
      <dgm:prSet presAssocID="{C25604CE-76D5-45A3-8A40-DC5886F9036D}" presName="composite" presStyleCnt="0"/>
      <dgm:spPr/>
    </dgm:pt>
    <dgm:pt modelId="{6627DCEA-4FC5-4A44-A840-1D278C0DD029}" type="pres">
      <dgm:prSet presAssocID="{C25604CE-76D5-45A3-8A40-DC5886F9036D}" presName="background" presStyleLbl="node0" presStyleIdx="3" presStyleCnt="4"/>
      <dgm:spPr/>
    </dgm:pt>
    <dgm:pt modelId="{57919C95-0010-4196-8010-BEB1B50A9E26}" type="pres">
      <dgm:prSet presAssocID="{C25604CE-76D5-45A3-8A40-DC5886F9036D}" presName="text" presStyleLbl="fgAcc0" presStyleIdx="3" presStyleCnt="4">
        <dgm:presLayoutVars>
          <dgm:chPref val="3"/>
        </dgm:presLayoutVars>
      </dgm:prSet>
      <dgm:spPr/>
    </dgm:pt>
    <dgm:pt modelId="{04D03224-170E-4673-A8D4-E2FF741102B8}" type="pres">
      <dgm:prSet presAssocID="{C25604CE-76D5-45A3-8A40-DC5886F9036D}" presName="hierChild2" presStyleCnt="0"/>
      <dgm:spPr/>
    </dgm:pt>
  </dgm:ptLst>
  <dgm:cxnLst>
    <dgm:cxn modelId="{734F1402-22F5-41F6-9612-5F56DFF747A4}" type="presOf" srcId="{C25604CE-76D5-45A3-8A40-DC5886F9036D}" destId="{57919C95-0010-4196-8010-BEB1B50A9E26}" srcOrd="0" destOrd="0" presId="urn:microsoft.com/office/officeart/2005/8/layout/hierarchy1"/>
    <dgm:cxn modelId="{7D2B990B-A187-4B31-8C71-1F83727AC86C}" srcId="{1CE974C6-04B2-4D4E-B7CC-2058F38B035C}" destId="{BFC73374-6412-4C20-A5E9-C6EEF5743DAD}" srcOrd="2" destOrd="0" parTransId="{2F29B09D-B035-4CF6-AE8B-58A27314B99E}" sibTransId="{A54D8420-6438-4EA8-AD3C-C83C69FC713B}"/>
    <dgm:cxn modelId="{CCEDB735-51CF-4E4C-8540-8F52BA5C2125}" type="presOf" srcId="{BFC73374-6412-4C20-A5E9-C6EEF5743DAD}" destId="{88AF2227-78CB-4727-AA41-8E65428D9BCB}" srcOrd="0" destOrd="0" presId="urn:microsoft.com/office/officeart/2005/8/layout/hierarchy1"/>
    <dgm:cxn modelId="{D71BE735-548A-41EF-82B4-7B9799111384}" srcId="{1CE974C6-04B2-4D4E-B7CC-2058F38B035C}" destId="{C25604CE-76D5-45A3-8A40-DC5886F9036D}" srcOrd="3" destOrd="0" parTransId="{68F8E5CD-5592-43BD-B0E6-B3D968033B12}" sibTransId="{C9A2FF02-1068-464E-A31D-2CB45C64353F}"/>
    <dgm:cxn modelId="{6926788B-A223-4FCE-A71A-30C58BBF0C70}" type="presOf" srcId="{A17D23B3-BEC2-4467-A3BD-FE2875E04A4D}" destId="{C8306D07-BA8F-4844-B67D-28D03D1FBE53}" srcOrd="0" destOrd="0" presId="urn:microsoft.com/office/officeart/2005/8/layout/hierarchy1"/>
    <dgm:cxn modelId="{33E9199D-A2D5-4F7D-B672-11CE72EDBD6D}" srcId="{1CE974C6-04B2-4D4E-B7CC-2058F38B035C}" destId="{A17D23B3-BEC2-4467-A3BD-FE2875E04A4D}" srcOrd="1" destOrd="0" parTransId="{9789EA1A-A6E7-424B-8450-3FF36913D151}" sibTransId="{FEF92B0D-A861-4614-829D-3DA790EE102D}"/>
    <dgm:cxn modelId="{308E1FB5-391C-46DE-B38F-B6D7F8414990}" type="presOf" srcId="{1CE974C6-04B2-4D4E-B7CC-2058F38B035C}" destId="{495DBBA1-9099-4F28-97E1-38B963C88641}" srcOrd="0" destOrd="0" presId="urn:microsoft.com/office/officeart/2005/8/layout/hierarchy1"/>
    <dgm:cxn modelId="{30E210CD-0B86-4A77-8111-E4B8E822E2E3}" type="presOf" srcId="{0525BBB3-0324-4E50-A416-20E0C5A18760}" destId="{42F50690-23B6-423B-AD8F-6B6D47E35A39}" srcOrd="0" destOrd="0" presId="urn:microsoft.com/office/officeart/2005/8/layout/hierarchy1"/>
    <dgm:cxn modelId="{993795FF-925F-42CF-9993-717E115E6990}" srcId="{1CE974C6-04B2-4D4E-B7CC-2058F38B035C}" destId="{0525BBB3-0324-4E50-A416-20E0C5A18760}" srcOrd="0" destOrd="0" parTransId="{A6379E6F-8C00-474A-9741-125E8EF60E15}" sibTransId="{EF5B7DFA-3817-4AF5-A470-BB249988BA3D}"/>
    <dgm:cxn modelId="{F47F1204-D132-4CC9-8A94-4EDDDE7F52B3}" type="presParOf" srcId="{495DBBA1-9099-4F28-97E1-38B963C88641}" destId="{61474014-A9F8-47CD-B3DD-CC20FB570CEA}" srcOrd="0" destOrd="0" presId="urn:microsoft.com/office/officeart/2005/8/layout/hierarchy1"/>
    <dgm:cxn modelId="{D4492FB0-A76B-4D19-B2AC-50FBB3C9337C}" type="presParOf" srcId="{61474014-A9F8-47CD-B3DD-CC20FB570CEA}" destId="{36F85AAE-FF04-4569-8832-747FAFE0647A}" srcOrd="0" destOrd="0" presId="urn:microsoft.com/office/officeart/2005/8/layout/hierarchy1"/>
    <dgm:cxn modelId="{D51AB921-1219-49B8-8974-7AC6D470E842}" type="presParOf" srcId="{36F85AAE-FF04-4569-8832-747FAFE0647A}" destId="{B084C309-E97B-43E4-8A99-3792017935AB}" srcOrd="0" destOrd="0" presId="urn:microsoft.com/office/officeart/2005/8/layout/hierarchy1"/>
    <dgm:cxn modelId="{55CD7809-B092-4EE3-ADAE-CA1D8B452AC0}" type="presParOf" srcId="{36F85AAE-FF04-4569-8832-747FAFE0647A}" destId="{42F50690-23B6-423B-AD8F-6B6D47E35A39}" srcOrd="1" destOrd="0" presId="urn:microsoft.com/office/officeart/2005/8/layout/hierarchy1"/>
    <dgm:cxn modelId="{74FD3A02-A25E-4B0A-90C0-4C6EF95FF4E3}" type="presParOf" srcId="{61474014-A9F8-47CD-B3DD-CC20FB570CEA}" destId="{F5D4DB22-B2CA-47A6-A125-9B69DC5DB8E8}" srcOrd="1" destOrd="0" presId="urn:microsoft.com/office/officeart/2005/8/layout/hierarchy1"/>
    <dgm:cxn modelId="{5E3129AC-E2E0-4786-849F-366EDD7B353B}" type="presParOf" srcId="{495DBBA1-9099-4F28-97E1-38B963C88641}" destId="{A5C477D8-DDC4-4915-A090-EAEDB48537F4}" srcOrd="1" destOrd="0" presId="urn:microsoft.com/office/officeart/2005/8/layout/hierarchy1"/>
    <dgm:cxn modelId="{011968B7-DF4E-43C0-8357-760FF2C25541}" type="presParOf" srcId="{A5C477D8-DDC4-4915-A090-EAEDB48537F4}" destId="{BA7018FF-DF3B-499D-8872-9100E0FF4DA7}" srcOrd="0" destOrd="0" presId="urn:microsoft.com/office/officeart/2005/8/layout/hierarchy1"/>
    <dgm:cxn modelId="{2C66904C-B642-4760-A4B1-462870CF37CF}" type="presParOf" srcId="{BA7018FF-DF3B-499D-8872-9100E0FF4DA7}" destId="{F98EF1C0-AC7E-4B18-B056-F423C868ABD1}" srcOrd="0" destOrd="0" presId="urn:microsoft.com/office/officeart/2005/8/layout/hierarchy1"/>
    <dgm:cxn modelId="{AC303B52-3BAE-4403-BBF5-3554B97518E5}" type="presParOf" srcId="{BA7018FF-DF3B-499D-8872-9100E0FF4DA7}" destId="{C8306D07-BA8F-4844-B67D-28D03D1FBE53}" srcOrd="1" destOrd="0" presId="urn:microsoft.com/office/officeart/2005/8/layout/hierarchy1"/>
    <dgm:cxn modelId="{7368D2DA-87F3-42BF-8774-E1A873BA5F34}" type="presParOf" srcId="{A5C477D8-DDC4-4915-A090-EAEDB48537F4}" destId="{1FF40E9A-BBD3-4EFA-A9D8-4F48DEBFB5AF}" srcOrd="1" destOrd="0" presId="urn:microsoft.com/office/officeart/2005/8/layout/hierarchy1"/>
    <dgm:cxn modelId="{93E27B62-5A47-46B5-803C-BC6926A6E5DE}" type="presParOf" srcId="{495DBBA1-9099-4F28-97E1-38B963C88641}" destId="{88B5ADB7-CEC6-4BB1-B392-66D38FA9E5AA}" srcOrd="2" destOrd="0" presId="urn:microsoft.com/office/officeart/2005/8/layout/hierarchy1"/>
    <dgm:cxn modelId="{30F66BC0-33E0-45D6-A4DA-B6138E383EBB}" type="presParOf" srcId="{88B5ADB7-CEC6-4BB1-B392-66D38FA9E5AA}" destId="{1BCF9724-F10C-4483-80A5-12604334A2C7}" srcOrd="0" destOrd="0" presId="urn:microsoft.com/office/officeart/2005/8/layout/hierarchy1"/>
    <dgm:cxn modelId="{D20FA7B1-5E9C-41D8-B3CE-3D90DF851636}" type="presParOf" srcId="{1BCF9724-F10C-4483-80A5-12604334A2C7}" destId="{701D95BC-994D-417C-B132-DE5A8929816E}" srcOrd="0" destOrd="0" presId="urn:microsoft.com/office/officeart/2005/8/layout/hierarchy1"/>
    <dgm:cxn modelId="{F36789BB-8D49-48D4-973C-8800B310BD95}" type="presParOf" srcId="{1BCF9724-F10C-4483-80A5-12604334A2C7}" destId="{88AF2227-78CB-4727-AA41-8E65428D9BCB}" srcOrd="1" destOrd="0" presId="urn:microsoft.com/office/officeart/2005/8/layout/hierarchy1"/>
    <dgm:cxn modelId="{C8B19110-C6F8-41CB-A474-8A94279B1094}" type="presParOf" srcId="{88B5ADB7-CEC6-4BB1-B392-66D38FA9E5AA}" destId="{8F68B3E7-07D0-4954-B252-4EAF5436BAE6}" srcOrd="1" destOrd="0" presId="urn:microsoft.com/office/officeart/2005/8/layout/hierarchy1"/>
    <dgm:cxn modelId="{96F734B1-B65F-4367-AC53-21897BDD6307}" type="presParOf" srcId="{495DBBA1-9099-4F28-97E1-38B963C88641}" destId="{5802711F-AAD0-4A05-BB44-E1F532E2DFE5}" srcOrd="3" destOrd="0" presId="urn:microsoft.com/office/officeart/2005/8/layout/hierarchy1"/>
    <dgm:cxn modelId="{4B5E8448-D9C9-4EE4-B5FB-4C3704103C62}" type="presParOf" srcId="{5802711F-AAD0-4A05-BB44-E1F532E2DFE5}" destId="{D73A2745-B1B2-42A0-B1A1-C680D09AB523}" srcOrd="0" destOrd="0" presId="urn:microsoft.com/office/officeart/2005/8/layout/hierarchy1"/>
    <dgm:cxn modelId="{4616E65F-0C10-44D3-9E58-D666B9B25CEE}" type="presParOf" srcId="{D73A2745-B1B2-42A0-B1A1-C680D09AB523}" destId="{6627DCEA-4FC5-4A44-A840-1D278C0DD029}" srcOrd="0" destOrd="0" presId="urn:microsoft.com/office/officeart/2005/8/layout/hierarchy1"/>
    <dgm:cxn modelId="{0DBB9208-013E-4B66-AC4B-1D83C07CDE2B}" type="presParOf" srcId="{D73A2745-B1B2-42A0-B1A1-C680D09AB523}" destId="{57919C95-0010-4196-8010-BEB1B50A9E26}" srcOrd="1" destOrd="0" presId="urn:microsoft.com/office/officeart/2005/8/layout/hierarchy1"/>
    <dgm:cxn modelId="{7154461A-9C73-4ED0-AF18-CABCC9ACC3CE}" type="presParOf" srcId="{5802711F-AAD0-4A05-BB44-E1F532E2DFE5}" destId="{04D03224-170E-4673-A8D4-E2FF741102B8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76C87A8-7977-4234-A82D-C4CF80292AFE}" type="doc">
      <dgm:prSet loTypeId="urn:microsoft.com/office/officeart/2005/8/layout/vList5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CFB12173-96DA-4226-B5C0-6C7FA325F434}">
      <dgm:prSet/>
      <dgm:spPr/>
      <dgm:t>
        <a:bodyPr/>
        <a:lstStyle/>
        <a:p>
          <a:r>
            <a:rPr lang="en-US"/>
            <a:t>Blade connection issue</a:t>
          </a:r>
        </a:p>
      </dgm:t>
    </dgm:pt>
    <dgm:pt modelId="{9AE1FF2B-1355-42CF-BAA0-DC3407974C1C}" type="parTrans" cxnId="{BD33AC98-1E87-4786-B2E8-78922E8F8D92}">
      <dgm:prSet/>
      <dgm:spPr/>
      <dgm:t>
        <a:bodyPr/>
        <a:lstStyle/>
        <a:p>
          <a:endParaRPr lang="en-US"/>
        </a:p>
      </dgm:t>
    </dgm:pt>
    <dgm:pt modelId="{651A3A33-FFA0-4931-9D53-075E4F65CC17}" type="sibTrans" cxnId="{BD33AC98-1E87-4786-B2E8-78922E8F8D92}">
      <dgm:prSet/>
      <dgm:spPr/>
      <dgm:t>
        <a:bodyPr/>
        <a:lstStyle/>
        <a:p>
          <a:endParaRPr lang="en-US"/>
        </a:p>
      </dgm:t>
    </dgm:pt>
    <dgm:pt modelId="{03A0F472-370A-473C-B370-3B4DEAED9B67}">
      <dgm:prSet/>
      <dgm:spPr/>
      <dgm:t>
        <a:bodyPr/>
        <a:lstStyle/>
        <a:p>
          <a:r>
            <a:rPr lang="en-US" b="1"/>
            <a:t>I compacted down the one blade to remove the extra network</a:t>
          </a:r>
          <a:endParaRPr lang="en-US"/>
        </a:p>
      </dgm:t>
    </dgm:pt>
    <dgm:pt modelId="{8F432992-8640-483C-92BD-224AA981E8EE}" type="parTrans" cxnId="{92C221E3-2564-453D-8F61-7010D3E366D2}">
      <dgm:prSet/>
      <dgm:spPr/>
      <dgm:t>
        <a:bodyPr/>
        <a:lstStyle/>
        <a:p>
          <a:endParaRPr lang="en-US"/>
        </a:p>
      </dgm:t>
    </dgm:pt>
    <dgm:pt modelId="{E7162EED-11AC-4437-9008-3225DE7BAA1C}" type="sibTrans" cxnId="{92C221E3-2564-453D-8F61-7010D3E366D2}">
      <dgm:prSet/>
      <dgm:spPr/>
      <dgm:t>
        <a:bodyPr/>
        <a:lstStyle/>
        <a:p>
          <a:endParaRPr lang="en-US"/>
        </a:p>
      </dgm:t>
    </dgm:pt>
    <dgm:pt modelId="{685C7BEB-EDF4-4904-8CCA-E3AD876CE083}">
      <dgm:prSet/>
      <dgm:spPr/>
      <dgm:t>
        <a:bodyPr/>
        <a:lstStyle/>
        <a:p>
          <a:r>
            <a:rPr lang="en-US"/>
            <a:t>Network Firewall routing issues</a:t>
          </a:r>
        </a:p>
      </dgm:t>
    </dgm:pt>
    <dgm:pt modelId="{02E2A28B-7AF4-4E4E-A05C-43A5ED43B6A4}" type="parTrans" cxnId="{2108ED7F-9489-4C58-83C0-B43BF137CC6E}">
      <dgm:prSet/>
      <dgm:spPr/>
      <dgm:t>
        <a:bodyPr/>
        <a:lstStyle/>
        <a:p>
          <a:endParaRPr lang="en-US"/>
        </a:p>
      </dgm:t>
    </dgm:pt>
    <dgm:pt modelId="{2EC940EA-FFD1-46CC-87D3-FF29524381BD}" type="sibTrans" cxnId="{2108ED7F-9489-4C58-83C0-B43BF137CC6E}">
      <dgm:prSet/>
      <dgm:spPr/>
      <dgm:t>
        <a:bodyPr/>
        <a:lstStyle/>
        <a:p>
          <a:endParaRPr lang="en-US"/>
        </a:p>
      </dgm:t>
    </dgm:pt>
    <dgm:pt modelId="{A44CE40C-D491-4981-BAE4-5BFCC9BFD5C5}">
      <dgm:prSet/>
      <dgm:spPr/>
      <dgm:t>
        <a:bodyPr/>
        <a:lstStyle/>
        <a:p>
          <a:r>
            <a:rPr lang="en-US" b="1"/>
            <a:t>I removed the etcher firewall that was causing the routing and built up better protections</a:t>
          </a:r>
          <a:endParaRPr lang="en-US"/>
        </a:p>
      </dgm:t>
    </dgm:pt>
    <dgm:pt modelId="{1AA794F9-5DB6-4E7A-A15B-7E79AF35A485}" type="parTrans" cxnId="{B42655CC-EDA6-46A3-A3FA-45FF60CAB14C}">
      <dgm:prSet/>
      <dgm:spPr/>
      <dgm:t>
        <a:bodyPr/>
        <a:lstStyle/>
        <a:p>
          <a:endParaRPr lang="en-US"/>
        </a:p>
      </dgm:t>
    </dgm:pt>
    <dgm:pt modelId="{8449AE7C-A9BA-4958-8C3E-8393BC95DB8D}" type="sibTrans" cxnId="{B42655CC-EDA6-46A3-A3FA-45FF60CAB14C}">
      <dgm:prSet/>
      <dgm:spPr/>
      <dgm:t>
        <a:bodyPr/>
        <a:lstStyle/>
        <a:p>
          <a:endParaRPr lang="en-US"/>
        </a:p>
      </dgm:t>
    </dgm:pt>
    <dgm:pt modelId="{716456A3-E499-4F5D-BDAA-5C86B802F6D9}">
      <dgm:prSet/>
      <dgm:spPr/>
      <dgm:t>
        <a:bodyPr/>
        <a:lstStyle/>
        <a:p>
          <a:r>
            <a:rPr lang="en-US"/>
            <a:t>Database authentication issue</a:t>
          </a:r>
        </a:p>
      </dgm:t>
    </dgm:pt>
    <dgm:pt modelId="{D4ADE2F5-78CD-44AE-A57F-956631FA3BE9}" type="parTrans" cxnId="{03CB2FF1-FBF9-4DD6-8A8B-6D1A67FB623D}">
      <dgm:prSet/>
      <dgm:spPr/>
      <dgm:t>
        <a:bodyPr/>
        <a:lstStyle/>
        <a:p>
          <a:endParaRPr lang="en-US"/>
        </a:p>
      </dgm:t>
    </dgm:pt>
    <dgm:pt modelId="{34215C48-D557-4372-B737-B92807C18F9B}" type="sibTrans" cxnId="{03CB2FF1-FBF9-4DD6-8A8B-6D1A67FB623D}">
      <dgm:prSet/>
      <dgm:spPr/>
      <dgm:t>
        <a:bodyPr/>
        <a:lstStyle/>
        <a:p>
          <a:endParaRPr lang="en-US"/>
        </a:p>
      </dgm:t>
    </dgm:pt>
    <dgm:pt modelId="{568A9E16-1F9D-4EA6-BB86-4B9405C039D2}">
      <dgm:prSet/>
      <dgm:spPr/>
      <dgm:t>
        <a:bodyPr/>
        <a:lstStyle/>
        <a:p>
          <a:r>
            <a:rPr lang="en-US" b="1"/>
            <a:t>I changed the password to a form that was allowed</a:t>
          </a:r>
          <a:endParaRPr lang="en-US"/>
        </a:p>
      </dgm:t>
    </dgm:pt>
    <dgm:pt modelId="{5D9F2E40-A06B-4CFA-9C5A-1C95901BC9BD}" type="parTrans" cxnId="{8938C555-518F-47B9-AD9B-5AB30A719F46}">
      <dgm:prSet/>
      <dgm:spPr/>
      <dgm:t>
        <a:bodyPr/>
        <a:lstStyle/>
        <a:p>
          <a:endParaRPr lang="en-US"/>
        </a:p>
      </dgm:t>
    </dgm:pt>
    <dgm:pt modelId="{CE61BB76-0A08-479E-8348-BFBF6DA40921}" type="sibTrans" cxnId="{8938C555-518F-47B9-AD9B-5AB30A719F46}">
      <dgm:prSet/>
      <dgm:spPr/>
      <dgm:t>
        <a:bodyPr/>
        <a:lstStyle/>
        <a:p>
          <a:endParaRPr lang="en-US"/>
        </a:p>
      </dgm:t>
    </dgm:pt>
    <dgm:pt modelId="{2F4124A9-CA05-47D7-B33E-F0D54EFAE0E7}">
      <dgm:prSet/>
      <dgm:spPr/>
      <dgm:t>
        <a:bodyPr/>
        <a:lstStyle/>
        <a:p>
          <a:r>
            <a:rPr lang="en-US"/>
            <a:t>Server room connection issue</a:t>
          </a:r>
        </a:p>
      </dgm:t>
    </dgm:pt>
    <dgm:pt modelId="{CE261FF7-097E-48DB-B9AA-72AD88F36E29}" type="parTrans" cxnId="{32C5CE06-2FCA-4524-AFB4-EF80E9B23023}">
      <dgm:prSet/>
      <dgm:spPr/>
      <dgm:t>
        <a:bodyPr/>
        <a:lstStyle/>
        <a:p>
          <a:endParaRPr lang="en-US"/>
        </a:p>
      </dgm:t>
    </dgm:pt>
    <dgm:pt modelId="{BE358123-26EC-413F-8A2F-AED52AD11A34}" type="sibTrans" cxnId="{32C5CE06-2FCA-4524-AFB4-EF80E9B23023}">
      <dgm:prSet/>
      <dgm:spPr/>
      <dgm:t>
        <a:bodyPr/>
        <a:lstStyle/>
        <a:p>
          <a:endParaRPr lang="en-US"/>
        </a:p>
      </dgm:t>
    </dgm:pt>
    <dgm:pt modelId="{29E3DC24-6301-456C-98EC-0B53CBC5EAE6}">
      <dgm:prSet/>
      <dgm:spPr/>
      <dgm:t>
        <a:bodyPr/>
        <a:lstStyle/>
        <a:p>
          <a:r>
            <a:rPr lang="en-US" b="1"/>
            <a:t>I went to the server room physically and connected directly</a:t>
          </a:r>
          <a:endParaRPr lang="en-US"/>
        </a:p>
      </dgm:t>
    </dgm:pt>
    <dgm:pt modelId="{93EF6535-244C-4CFC-AFB0-19D681C8395A}" type="parTrans" cxnId="{CBABCFC3-93BD-4276-B8FD-16E55AD5B082}">
      <dgm:prSet/>
      <dgm:spPr/>
      <dgm:t>
        <a:bodyPr/>
        <a:lstStyle/>
        <a:p>
          <a:endParaRPr lang="en-US"/>
        </a:p>
      </dgm:t>
    </dgm:pt>
    <dgm:pt modelId="{D597C162-4CF4-4DBF-BF45-00961957B357}" type="sibTrans" cxnId="{CBABCFC3-93BD-4276-B8FD-16E55AD5B082}">
      <dgm:prSet/>
      <dgm:spPr/>
      <dgm:t>
        <a:bodyPr/>
        <a:lstStyle/>
        <a:p>
          <a:endParaRPr lang="en-US"/>
        </a:p>
      </dgm:t>
    </dgm:pt>
    <dgm:pt modelId="{B632310B-A5AA-41C2-8837-43C8E6E3661A}">
      <dgm:prSet/>
      <dgm:spPr/>
      <dgm:t>
        <a:bodyPr/>
        <a:lstStyle/>
        <a:p>
          <a:r>
            <a:rPr lang="en-US"/>
            <a:t>Synology failure</a:t>
          </a:r>
        </a:p>
      </dgm:t>
    </dgm:pt>
    <dgm:pt modelId="{318EA67A-BDA9-4348-A479-042F64D2588C}" type="parTrans" cxnId="{530E1937-8786-4581-A106-8A316DD71529}">
      <dgm:prSet/>
      <dgm:spPr/>
      <dgm:t>
        <a:bodyPr/>
        <a:lstStyle/>
        <a:p>
          <a:endParaRPr lang="en-US"/>
        </a:p>
      </dgm:t>
    </dgm:pt>
    <dgm:pt modelId="{E895236B-0E0D-48C8-B2D4-E6EE8D53FDCC}" type="sibTrans" cxnId="{530E1937-8786-4581-A106-8A316DD71529}">
      <dgm:prSet/>
      <dgm:spPr/>
      <dgm:t>
        <a:bodyPr/>
        <a:lstStyle/>
        <a:p>
          <a:endParaRPr lang="en-US"/>
        </a:p>
      </dgm:t>
    </dgm:pt>
    <dgm:pt modelId="{12F165A2-2C1D-4278-AFD8-DD752F9DD596}">
      <dgm:prSet/>
      <dgm:spPr/>
      <dgm:t>
        <a:bodyPr/>
        <a:lstStyle/>
        <a:p>
          <a:r>
            <a:rPr lang="en-US" b="1"/>
            <a:t>I rebuilt all VMs and configurations at minimal specs</a:t>
          </a:r>
          <a:endParaRPr lang="en-US"/>
        </a:p>
      </dgm:t>
    </dgm:pt>
    <dgm:pt modelId="{A53260D3-0B5F-4AD4-A172-3A6EBA3875B8}" type="parTrans" cxnId="{5CCB949C-9AAE-4FAB-A16D-C50982BA05C9}">
      <dgm:prSet/>
      <dgm:spPr/>
      <dgm:t>
        <a:bodyPr/>
        <a:lstStyle/>
        <a:p>
          <a:endParaRPr lang="en-US"/>
        </a:p>
      </dgm:t>
    </dgm:pt>
    <dgm:pt modelId="{4A1F829E-D10A-4821-B873-9FB97986A225}" type="sibTrans" cxnId="{5CCB949C-9AAE-4FAB-A16D-C50982BA05C9}">
      <dgm:prSet/>
      <dgm:spPr/>
      <dgm:t>
        <a:bodyPr/>
        <a:lstStyle/>
        <a:p>
          <a:endParaRPr lang="en-US"/>
        </a:p>
      </dgm:t>
    </dgm:pt>
    <dgm:pt modelId="{052FBC2E-268B-43C4-9898-2444B63971DA}" type="pres">
      <dgm:prSet presAssocID="{776C87A8-7977-4234-A82D-C4CF80292AFE}" presName="Name0" presStyleCnt="0">
        <dgm:presLayoutVars>
          <dgm:dir/>
          <dgm:animLvl val="lvl"/>
          <dgm:resizeHandles val="exact"/>
        </dgm:presLayoutVars>
      </dgm:prSet>
      <dgm:spPr/>
    </dgm:pt>
    <dgm:pt modelId="{9C2D0E33-E967-4934-B321-4DDA98BC82C9}" type="pres">
      <dgm:prSet presAssocID="{CFB12173-96DA-4226-B5C0-6C7FA325F434}" presName="linNode" presStyleCnt="0"/>
      <dgm:spPr/>
    </dgm:pt>
    <dgm:pt modelId="{240B287C-C9AF-4E7A-9414-CD92FDF2D587}" type="pres">
      <dgm:prSet presAssocID="{CFB12173-96DA-4226-B5C0-6C7FA325F434}" presName="parentText" presStyleLbl="node1" presStyleIdx="0" presStyleCnt="5">
        <dgm:presLayoutVars>
          <dgm:chMax val="1"/>
          <dgm:bulletEnabled val="1"/>
        </dgm:presLayoutVars>
      </dgm:prSet>
      <dgm:spPr/>
    </dgm:pt>
    <dgm:pt modelId="{2B3F077C-B3BE-486D-9934-3BA1953E8DD9}" type="pres">
      <dgm:prSet presAssocID="{CFB12173-96DA-4226-B5C0-6C7FA325F434}" presName="descendantText" presStyleLbl="alignAccFollowNode1" presStyleIdx="0" presStyleCnt="5">
        <dgm:presLayoutVars>
          <dgm:bulletEnabled val="1"/>
        </dgm:presLayoutVars>
      </dgm:prSet>
      <dgm:spPr/>
    </dgm:pt>
    <dgm:pt modelId="{BD0C4379-B331-4C7F-960E-E9ADD86AB4AF}" type="pres">
      <dgm:prSet presAssocID="{651A3A33-FFA0-4931-9D53-075E4F65CC17}" presName="sp" presStyleCnt="0"/>
      <dgm:spPr/>
    </dgm:pt>
    <dgm:pt modelId="{E1C0A7FD-6959-4C8D-9A9A-005BF63D02FA}" type="pres">
      <dgm:prSet presAssocID="{685C7BEB-EDF4-4904-8CCA-E3AD876CE083}" presName="linNode" presStyleCnt="0"/>
      <dgm:spPr/>
    </dgm:pt>
    <dgm:pt modelId="{166BED59-5795-44FE-91F8-8D79869D7668}" type="pres">
      <dgm:prSet presAssocID="{685C7BEB-EDF4-4904-8CCA-E3AD876CE083}" presName="parentText" presStyleLbl="node1" presStyleIdx="1" presStyleCnt="5">
        <dgm:presLayoutVars>
          <dgm:chMax val="1"/>
          <dgm:bulletEnabled val="1"/>
        </dgm:presLayoutVars>
      </dgm:prSet>
      <dgm:spPr/>
    </dgm:pt>
    <dgm:pt modelId="{021FF9A3-F93D-4BFD-9FA0-9C3650675050}" type="pres">
      <dgm:prSet presAssocID="{685C7BEB-EDF4-4904-8CCA-E3AD876CE083}" presName="descendantText" presStyleLbl="alignAccFollowNode1" presStyleIdx="1" presStyleCnt="5">
        <dgm:presLayoutVars>
          <dgm:bulletEnabled val="1"/>
        </dgm:presLayoutVars>
      </dgm:prSet>
      <dgm:spPr/>
    </dgm:pt>
    <dgm:pt modelId="{16A1F693-B5DB-4C10-ABCF-6340FA637ECA}" type="pres">
      <dgm:prSet presAssocID="{2EC940EA-FFD1-46CC-87D3-FF29524381BD}" presName="sp" presStyleCnt="0"/>
      <dgm:spPr/>
    </dgm:pt>
    <dgm:pt modelId="{0A1EF273-4B50-495E-B5DA-BC2101144147}" type="pres">
      <dgm:prSet presAssocID="{716456A3-E499-4F5D-BDAA-5C86B802F6D9}" presName="linNode" presStyleCnt="0"/>
      <dgm:spPr/>
    </dgm:pt>
    <dgm:pt modelId="{922FCAC5-0AD3-47F7-A575-F8BDC9897C27}" type="pres">
      <dgm:prSet presAssocID="{716456A3-E499-4F5D-BDAA-5C86B802F6D9}" presName="parentText" presStyleLbl="node1" presStyleIdx="2" presStyleCnt="5">
        <dgm:presLayoutVars>
          <dgm:chMax val="1"/>
          <dgm:bulletEnabled val="1"/>
        </dgm:presLayoutVars>
      </dgm:prSet>
      <dgm:spPr/>
    </dgm:pt>
    <dgm:pt modelId="{B7928376-C314-421B-B1F7-4319473F3341}" type="pres">
      <dgm:prSet presAssocID="{716456A3-E499-4F5D-BDAA-5C86B802F6D9}" presName="descendantText" presStyleLbl="alignAccFollowNode1" presStyleIdx="2" presStyleCnt="5">
        <dgm:presLayoutVars>
          <dgm:bulletEnabled val="1"/>
        </dgm:presLayoutVars>
      </dgm:prSet>
      <dgm:spPr/>
    </dgm:pt>
    <dgm:pt modelId="{84C57AEE-E955-4F51-B986-9D927ED27E75}" type="pres">
      <dgm:prSet presAssocID="{34215C48-D557-4372-B737-B92807C18F9B}" presName="sp" presStyleCnt="0"/>
      <dgm:spPr/>
    </dgm:pt>
    <dgm:pt modelId="{1AF863A7-4AB1-4D71-BBD2-E61E42634F16}" type="pres">
      <dgm:prSet presAssocID="{2F4124A9-CA05-47D7-B33E-F0D54EFAE0E7}" presName="linNode" presStyleCnt="0"/>
      <dgm:spPr/>
    </dgm:pt>
    <dgm:pt modelId="{DB9E7198-1B69-481A-AEF5-A7AFDE430533}" type="pres">
      <dgm:prSet presAssocID="{2F4124A9-CA05-47D7-B33E-F0D54EFAE0E7}" presName="parentText" presStyleLbl="node1" presStyleIdx="3" presStyleCnt="5">
        <dgm:presLayoutVars>
          <dgm:chMax val="1"/>
          <dgm:bulletEnabled val="1"/>
        </dgm:presLayoutVars>
      </dgm:prSet>
      <dgm:spPr/>
    </dgm:pt>
    <dgm:pt modelId="{4A3F18D3-0CDF-4CBB-A54A-29A527FFAD46}" type="pres">
      <dgm:prSet presAssocID="{2F4124A9-CA05-47D7-B33E-F0D54EFAE0E7}" presName="descendantText" presStyleLbl="alignAccFollowNode1" presStyleIdx="3" presStyleCnt="5">
        <dgm:presLayoutVars>
          <dgm:bulletEnabled val="1"/>
        </dgm:presLayoutVars>
      </dgm:prSet>
      <dgm:spPr/>
    </dgm:pt>
    <dgm:pt modelId="{E006101B-81C7-4E54-8A99-E7A86C058DCA}" type="pres">
      <dgm:prSet presAssocID="{BE358123-26EC-413F-8A2F-AED52AD11A34}" presName="sp" presStyleCnt="0"/>
      <dgm:spPr/>
    </dgm:pt>
    <dgm:pt modelId="{60EB86AF-5143-4AC4-9BCB-E59F70489689}" type="pres">
      <dgm:prSet presAssocID="{B632310B-A5AA-41C2-8837-43C8E6E3661A}" presName="linNode" presStyleCnt="0"/>
      <dgm:spPr/>
    </dgm:pt>
    <dgm:pt modelId="{149B28DF-E479-48C3-8A79-42B8E3C4876F}" type="pres">
      <dgm:prSet presAssocID="{B632310B-A5AA-41C2-8837-43C8E6E3661A}" presName="parentText" presStyleLbl="node1" presStyleIdx="4" presStyleCnt="5">
        <dgm:presLayoutVars>
          <dgm:chMax val="1"/>
          <dgm:bulletEnabled val="1"/>
        </dgm:presLayoutVars>
      </dgm:prSet>
      <dgm:spPr/>
    </dgm:pt>
    <dgm:pt modelId="{D764270D-EEE3-4A21-BE8A-B37A0D8A790A}" type="pres">
      <dgm:prSet presAssocID="{B632310B-A5AA-41C2-8837-43C8E6E3661A}" presName="descendantText" presStyleLbl="alignAccFollowNode1" presStyleIdx="4" presStyleCnt="5">
        <dgm:presLayoutVars>
          <dgm:bulletEnabled val="1"/>
        </dgm:presLayoutVars>
      </dgm:prSet>
      <dgm:spPr/>
    </dgm:pt>
  </dgm:ptLst>
  <dgm:cxnLst>
    <dgm:cxn modelId="{4991CE02-69E6-4FB6-85C5-9ED269F9DF77}" type="presOf" srcId="{568A9E16-1F9D-4EA6-BB86-4B9405C039D2}" destId="{B7928376-C314-421B-B1F7-4319473F3341}" srcOrd="0" destOrd="0" presId="urn:microsoft.com/office/officeart/2005/8/layout/vList5"/>
    <dgm:cxn modelId="{32C5CE06-2FCA-4524-AFB4-EF80E9B23023}" srcId="{776C87A8-7977-4234-A82D-C4CF80292AFE}" destId="{2F4124A9-CA05-47D7-B33E-F0D54EFAE0E7}" srcOrd="3" destOrd="0" parTransId="{CE261FF7-097E-48DB-B9AA-72AD88F36E29}" sibTransId="{BE358123-26EC-413F-8A2F-AED52AD11A34}"/>
    <dgm:cxn modelId="{E760472C-1524-46FD-99D5-182577F00EB0}" type="presOf" srcId="{685C7BEB-EDF4-4904-8CCA-E3AD876CE083}" destId="{166BED59-5795-44FE-91F8-8D79869D7668}" srcOrd="0" destOrd="0" presId="urn:microsoft.com/office/officeart/2005/8/layout/vList5"/>
    <dgm:cxn modelId="{530E1937-8786-4581-A106-8A316DD71529}" srcId="{776C87A8-7977-4234-A82D-C4CF80292AFE}" destId="{B632310B-A5AA-41C2-8837-43C8E6E3661A}" srcOrd="4" destOrd="0" parTransId="{318EA67A-BDA9-4348-A479-042F64D2588C}" sibTransId="{E895236B-0E0D-48C8-B2D4-E6EE8D53FDCC}"/>
    <dgm:cxn modelId="{8938C555-518F-47B9-AD9B-5AB30A719F46}" srcId="{716456A3-E499-4F5D-BDAA-5C86B802F6D9}" destId="{568A9E16-1F9D-4EA6-BB86-4B9405C039D2}" srcOrd="0" destOrd="0" parTransId="{5D9F2E40-A06B-4CFA-9C5A-1C95901BC9BD}" sibTransId="{CE61BB76-0A08-479E-8348-BFBF6DA40921}"/>
    <dgm:cxn modelId="{8754AB78-9689-4373-ACD4-9856084AE0CB}" type="presOf" srcId="{776C87A8-7977-4234-A82D-C4CF80292AFE}" destId="{052FBC2E-268B-43C4-9898-2444B63971DA}" srcOrd="0" destOrd="0" presId="urn:microsoft.com/office/officeart/2005/8/layout/vList5"/>
    <dgm:cxn modelId="{2108ED7F-9489-4C58-83C0-B43BF137CC6E}" srcId="{776C87A8-7977-4234-A82D-C4CF80292AFE}" destId="{685C7BEB-EDF4-4904-8CCA-E3AD876CE083}" srcOrd="1" destOrd="0" parTransId="{02E2A28B-7AF4-4E4E-A05C-43A5ED43B6A4}" sibTransId="{2EC940EA-FFD1-46CC-87D3-FF29524381BD}"/>
    <dgm:cxn modelId="{BD33AC98-1E87-4786-B2E8-78922E8F8D92}" srcId="{776C87A8-7977-4234-A82D-C4CF80292AFE}" destId="{CFB12173-96DA-4226-B5C0-6C7FA325F434}" srcOrd="0" destOrd="0" parTransId="{9AE1FF2B-1355-42CF-BAA0-DC3407974C1C}" sibTransId="{651A3A33-FFA0-4931-9D53-075E4F65CC17}"/>
    <dgm:cxn modelId="{5CCB949C-9AAE-4FAB-A16D-C50982BA05C9}" srcId="{B632310B-A5AA-41C2-8837-43C8E6E3661A}" destId="{12F165A2-2C1D-4278-AFD8-DD752F9DD596}" srcOrd="0" destOrd="0" parTransId="{A53260D3-0B5F-4AD4-A172-3A6EBA3875B8}" sibTransId="{4A1F829E-D10A-4821-B873-9FB97986A225}"/>
    <dgm:cxn modelId="{EC70CDB1-3DEB-4A7B-9B41-62A8A3B1478F}" type="presOf" srcId="{A44CE40C-D491-4981-BAE4-5BFCC9BFD5C5}" destId="{021FF9A3-F93D-4BFD-9FA0-9C3650675050}" srcOrd="0" destOrd="0" presId="urn:microsoft.com/office/officeart/2005/8/layout/vList5"/>
    <dgm:cxn modelId="{CFC09FB2-38C1-4C8F-AAE2-74DAD606F15C}" type="presOf" srcId="{12F165A2-2C1D-4278-AFD8-DD752F9DD596}" destId="{D764270D-EEE3-4A21-BE8A-B37A0D8A790A}" srcOrd="0" destOrd="0" presId="urn:microsoft.com/office/officeart/2005/8/layout/vList5"/>
    <dgm:cxn modelId="{CBABCFC3-93BD-4276-B8FD-16E55AD5B082}" srcId="{2F4124A9-CA05-47D7-B33E-F0D54EFAE0E7}" destId="{29E3DC24-6301-456C-98EC-0B53CBC5EAE6}" srcOrd="0" destOrd="0" parTransId="{93EF6535-244C-4CFC-AFB0-19D681C8395A}" sibTransId="{D597C162-4CF4-4DBF-BF45-00961957B357}"/>
    <dgm:cxn modelId="{1BECB6C4-4B48-43DA-812D-4221C9C5567C}" type="presOf" srcId="{03A0F472-370A-473C-B370-3B4DEAED9B67}" destId="{2B3F077C-B3BE-486D-9934-3BA1953E8DD9}" srcOrd="0" destOrd="0" presId="urn:microsoft.com/office/officeart/2005/8/layout/vList5"/>
    <dgm:cxn modelId="{1186F9C9-A216-498B-9D53-5EA93D8E1902}" type="presOf" srcId="{CFB12173-96DA-4226-B5C0-6C7FA325F434}" destId="{240B287C-C9AF-4E7A-9414-CD92FDF2D587}" srcOrd="0" destOrd="0" presId="urn:microsoft.com/office/officeart/2005/8/layout/vList5"/>
    <dgm:cxn modelId="{B42655CC-EDA6-46A3-A3FA-45FF60CAB14C}" srcId="{685C7BEB-EDF4-4904-8CCA-E3AD876CE083}" destId="{A44CE40C-D491-4981-BAE4-5BFCC9BFD5C5}" srcOrd="0" destOrd="0" parTransId="{1AA794F9-5DB6-4E7A-A15B-7E79AF35A485}" sibTransId="{8449AE7C-A9BA-4958-8C3E-8393BC95DB8D}"/>
    <dgm:cxn modelId="{03D269D5-2B1E-42BA-843B-B1E7C58EFF02}" type="presOf" srcId="{B632310B-A5AA-41C2-8837-43C8E6E3661A}" destId="{149B28DF-E479-48C3-8A79-42B8E3C4876F}" srcOrd="0" destOrd="0" presId="urn:microsoft.com/office/officeart/2005/8/layout/vList5"/>
    <dgm:cxn modelId="{0FDF2EDC-ACC1-4775-91AF-0735635BEF32}" type="presOf" srcId="{2F4124A9-CA05-47D7-B33E-F0D54EFAE0E7}" destId="{DB9E7198-1B69-481A-AEF5-A7AFDE430533}" srcOrd="0" destOrd="0" presId="urn:microsoft.com/office/officeart/2005/8/layout/vList5"/>
    <dgm:cxn modelId="{92C221E3-2564-453D-8F61-7010D3E366D2}" srcId="{CFB12173-96DA-4226-B5C0-6C7FA325F434}" destId="{03A0F472-370A-473C-B370-3B4DEAED9B67}" srcOrd="0" destOrd="0" parTransId="{8F432992-8640-483C-92BD-224AA981E8EE}" sibTransId="{E7162EED-11AC-4437-9008-3225DE7BAA1C}"/>
    <dgm:cxn modelId="{0C75C1E7-5AC6-4837-831D-1742C47DE080}" type="presOf" srcId="{29E3DC24-6301-456C-98EC-0B53CBC5EAE6}" destId="{4A3F18D3-0CDF-4CBB-A54A-29A527FFAD46}" srcOrd="0" destOrd="0" presId="urn:microsoft.com/office/officeart/2005/8/layout/vList5"/>
    <dgm:cxn modelId="{03CB2FF1-FBF9-4DD6-8A8B-6D1A67FB623D}" srcId="{776C87A8-7977-4234-A82D-C4CF80292AFE}" destId="{716456A3-E499-4F5D-BDAA-5C86B802F6D9}" srcOrd="2" destOrd="0" parTransId="{D4ADE2F5-78CD-44AE-A57F-956631FA3BE9}" sibTransId="{34215C48-D557-4372-B737-B92807C18F9B}"/>
    <dgm:cxn modelId="{5850C3F8-336F-4C65-A69A-2462CBCCB331}" type="presOf" srcId="{716456A3-E499-4F5D-BDAA-5C86B802F6D9}" destId="{922FCAC5-0AD3-47F7-A575-F8BDC9897C27}" srcOrd="0" destOrd="0" presId="urn:microsoft.com/office/officeart/2005/8/layout/vList5"/>
    <dgm:cxn modelId="{7DFA92E1-B916-4E3B-AD4D-E9F74490EB7C}" type="presParOf" srcId="{052FBC2E-268B-43C4-9898-2444B63971DA}" destId="{9C2D0E33-E967-4934-B321-4DDA98BC82C9}" srcOrd="0" destOrd="0" presId="urn:microsoft.com/office/officeart/2005/8/layout/vList5"/>
    <dgm:cxn modelId="{4C6A9430-343A-4C84-B1A2-EC6AB80AB54D}" type="presParOf" srcId="{9C2D0E33-E967-4934-B321-4DDA98BC82C9}" destId="{240B287C-C9AF-4E7A-9414-CD92FDF2D587}" srcOrd="0" destOrd="0" presId="urn:microsoft.com/office/officeart/2005/8/layout/vList5"/>
    <dgm:cxn modelId="{AF544651-05AE-4A3E-BFAF-8D76E10BF8BB}" type="presParOf" srcId="{9C2D0E33-E967-4934-B321-4DDA98BC82C9}" destId="{2B3F077C-B3BE-486D-9934-3BA1953E8DD9}" srcOrd="1" destOrd="0" presId="urn:microsoft.com/office/officeart/2005/8/layout/vList5"/>
    <dgm:cxn modelId="{6D9B16FB-C9DB-4ACD-BA83-C25E63FF12E8}" type="presParOf" srcId="{052FBC2E-268B-43C4-9898-2444B63971DA}" destId="{BD0C4379-B331-4C7F-960E-E9ADD86AB4AF}" srcOrd="1" destOrd="0" presId="urn:microsoft.com/office/officeart/2005/8/layout/vList5"/>
    <dgm:cxn modelId="{806891BA-3EA4-4708-ABC4-0F4CE38CF18A}" type="presParOf" srcId="{052FBC2E-268B-43C4-9898-2444B63971DA}" destId="{E1C0A7FD-6959-4C8D-9A9A-005BF63D02FA}" srcOrd="2" destOrd="0" presId="urn:microsoft.com/office/officeart/2005/8/layout/vList5"/>
    <dgm:cxn modelId="{624F8E9E-66A0-4984-91D8-280C19CAC764}" type="presParOf" srcId="{E1C0A7FD-6959-4C8D-9A9A-005BF63D02FA}" destId="{166BED59-5795-44FE-91F8-8D79869D7668}" srcOrd="0" destOrd="0" presId="urn:microsoft.com/office/officeart/2005/8/layout/vList5"/>
    <dgm:cxn modelId="{75BEE963-42FF-4861-AFA1-D9714BC549F5}" type="presParOf" srcId="{E1C0A7FD-6959-4C8D-9A9A-005BF63D02FA}" destId="{021FF9A3-F93D-4BFD-9FA0-9C3650675050}" srcOrd="1" destOrd="0" presId="urn:microsoft.com/office/officeart/2005/8/layout/vList5"/>
    <dgm:cxn modelId="{B52D20D2-8D34-4BCD-B76D-11D524CE2D63}" type="presParOf" srcId="{052FBC2E-268B-43C4-9898-2444B63971DA}" destId="{16A1F693-B5DB-4C10-ABCF-6340FA637ECA}" srcOrd="3" destOrd="0" presId="urn:microsoft.com/office/officeart/2005/8/layout/vList5"/>
    <dgm:cxn modelId="{BA3D7861-4B7E-48C1-972C-7EE48DD21226}" type="presParOf" srcId="{052FBC2E-268B-43C4-9898-2444B63971DA}" destId="{0A1EF273-4B50-495E-B5DA-BC2101144147}" srcOrd="4" destOrd="0" presId="urn:microsoft.com/office/officeart/2005/8/layout/vList5"/>
    <dgm:cxn modelId="{1250D2A1-8EB4-432F-B0D8-2F1D4E08E2CB}" type="presParOf" srcId="{0A1EF273-4B50-495E-B5DA-BC2101144147}" destId="{922FCAC5-0AD3-47F7-A575-F8BDC9897C27}" srcOrd="0" destOrd="0" presId="urn:microsoft.com/office/officeart/2005/8/layout/vList5"/>
    <dgm:cxn modelId="{B929DCA1-2BFF-4192-AE66-E00EC0D189F3}" type="presParOf" srcId="{0A1EF273-4B50-495E-B5DA-BC2101144147}" destId="{B7928376-C314-421B-B1F7-4319473F3341}" srcOrd="1" destOrd="0" presId="urn:microsoft.com/office/officeart/2005/8/layout/vList5"/>
    <dgm:cxn modelId="{9D390C01-028A-46C3-8FB9-AF2F626EF116}" type="presParOf" srcId="{052FBC2E-268B-43C4-9898-2444B63971DA}" destId="{84C57AEE-E955-4F51-B986-9D927ED27E75}" srcOrd="5" destOrd="0" presId="urn:microsoft.com/office/officeart/2005/8/layout/vList5"/>
    <dgm:cxn modelId="{4BF3144C-CE28-46BC-B944-944FF4306366}" type="presParOf" srcId="{052FBC2E-268B-43C4-9898-2444B63971DA}" destId="{1AF863A7-4AB1-4D71-BBD2-E61E42634F16}" srcOrd="6" destOrd="0" presId="urn:microsoft.com/office/officeart/2005/8/layout/vList5"/>
    <dgm:cxn modelId="{3EF7754D-085F-4C1E-A319-5B43D24E53FB}" type="presParOf" srcId="{1AF863A7-4AB1-4D71-BBD2-E61E42634F16}" destId="{DB9E7198-1B69-481A-AEF5-A7AFDE430533}" srcOrd="0" destOrd="0" presId="urn:microsoft.com/office/officeart/2005/8/layout/vList5"/>
    <dgm:cxn modelId="{8CF98D49-8ED2-4DBF-BB0A-532811876583}" type="presParOf" srcId="{1AF863A7-4AB1-4D71-BBD2-E61E42634F16}" destId="{4A3F18D3-0CDF-4CBB-A54A-29A527FFAD46}" srcOrd="1" destOrd="0" presId="urn:microsoft.com/office/officeart/2005/8/layout/vList5"/>
    <dgm:cxn modelId="{66F1AB5C-6F88-4402-A379-68201B21A98A}" type="presParOf" srcId="{052FBC2E-268B-43C4-9898-2444B63971DA}" destId="{E006101B-81C7-4E54-8A99-E7A86C058DCA}" srcOrd="7" destOrd="0" presId="urn:microsoft.com/office/officeart/2005/8/layout/vList5"/>
    <dgm:cxn modelId="{F3EDA249-66F7-4ED7-AA41-9D112C838F95}" type="presParOf" srcId="{052FBC2E-268B-43C4-9898-2444B63971DA}" destId="{60EB86AF-5143-4AC4-9BCB-E59F70489689}" srcOrd="8" destOrd="0" presId="urn:microsoft.com/office/officeart/2005/8/layout/vList5"/>
    <dgm:cxn modelId="{38D5916C-C048-4907-8BC0-C71FA77E1893}" type="presParOf" srcId="{60EB86AF-5143-4AC4-9BCB-E59F70489689}" destId="{149B28DF-E479-48C3-8A79-42B8E3C4876F}" srcOrd="0" destOrd="0" presId="urn:microsoft.com/office/officeart/2005/8/layout/vList5"/>
    <dgm:cxn modelId="{5FC91E54-C879-4690-AB18-625BE4220AF8}" type="presParOf" srcId="{60EB86AF-5143-4AC4-9BCB-E59F70489689}" destId="{D764270D-EEE3-4A21-BE8A-B37A0D8A790A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D314976C-44B6-4539-AC4F-4E90B1F12D06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CE55A9B1-0141-47E6-9DB2-F93464CC1E19}">
      <dgm:prSet/>
      <dgm:spPr/>
      <dgm:t>
        <a:bodyPr/>
        <a:lstStyle/>
        <a:p>
          <a:r>
            <a:rPr lang="en-US"/>
            <a:t>DNS setup</a:t>
          </a:r>
        </a:p>
      </dgm:t>
    </dgm:pt>
    <dgm:pt modelId="{2705089F-3591-4E6C-A9A6-C2003AD76C05}" type="parTrans" cxnId="{B1215CB5-EC07-41E7-8726-F2902C368E84}">
      <dgm:prSet/>
      <dgm:spPr/>
      <dgm:t>
        <a:bodyPr/>
        <a:lstStyle/>
        <a:p>
          <a:endParaRPr lang="en-US"/>
        </a:p>
      </dgm:t>
    </dgm:pt>
    <dgm:pt modelId="{F7D9E782-A304-44A9-B197-460952869778}" type="sibTrans" cxnId="{B1215CB5-EC07-41E7-8726-F2902C368E84}">
      <dgm:prSet/>
      <dgm:spPr/>
      <dgm:t>
        <a:bodyPr/>
        <a:lstStyle/>
        <a:p>
          <a:endParaRPr lang="en-US"/>
        </a:p>
      </dgm:t>
    </dgm:pt>
    <dgm:pt modelId="{4583A66B-402F-4753-8FEC-ACE750793A92}">
      <dgm:prSet/>
      <dgm:spPr/>
      <dgm:t>
        <a:bodyPr/>
        <a:lstStyle/>
        <a:p>
          <a:r>
            <a:rPr lang="en-US"/>
            <a:t>Domain Services configuration</a:t>
          </a:r>
        </a:p>
      </dgm:t>
    </dgm:pt>
    <dgm:pt modelId="{6824819D-2761-411B-A8F0-CBC6E01DDEB2}" type="parTrans" cxnId="{E6932AD0-8D3F-4D1C-AE9B-A50A1BDF464D}">
      <dgm:prSet/>
      <dgm:spPr/>
      <dgm:t>
        <a:bodyPr/>
        <a:lstStyle/>
        <a:p>
          <a:endParaRPr lang="en-US"/>
        </a:p>
      </dgm:t>
    </dgm:pt>
    <dgm:pt modelId="{6E99034A-9F21-4D70-A5F1-B9B4F7CAEBC6}" type="sibTrans" cxnId="{E6932AD0-8D3F-4D1C-AE9B-A50A1BDF464D}">
      <dgm:prSet/>
      <dgm:spPr/>
      <dgm:t>
        <a:bodyPr/>
        <a:lstStyle/>
        <a:p>
          <a:endParaRPr lang="en-US"/>
        </a:p>
      </dgm:t>
    </dgm:pt>
    <dgm:pt modelId="{005F8B17-05CD-4E95-BC46-3F83A48D3700}">
      <dgm:prSet/>
      <dgm:spPr/>
      <dgm:t>
        <a:bodyPr/>
        <a:lstStyle/>
        <a:p>
          <a:r>
            <a:rPr lang="en-US"/>
            <a:t>System-wide updates</a:t>
          </a:r>
        </a:p>
      </dgm:t>
    </dgm:pt>
    <dgm:pt modelId="{0878238A-8806-417E-9333-8DD72AA5EA06}" type="parTrans" cxnId="{57ED6AA4-F214-4EB4-AA07-739846D1A254}">
      <dgm:prSet/>
      <dgm:spPr/>
      <dgm:t>
        <a:bodyPr/>
        <a:lstStyle/>
        <a:p>
          <a:endParaRPr lang="en-US"/>
        </a:p>
      </dgm:t>
    </dgm:pt>
    <dgm:pt modelId="{36DB621A-C12C-40D7-BFFA-7D4C0F4FA0E0}" type="sibTrans" cxnId="{57ED6AA4-F214-4EB4-AA07-739846D1A254}">
      <dgm:prSet/>
      <dgm:spPr/>
      <dgm:t>
        <a:bodyPr/>
        <a:lstStyle/>
        <a:p>
          <a:endParaRPr lang="en-US"/>
        </a:p>
      </dgm:t>
    </dgm:pt>
    <dgm:pt modelId="{25243B6B-5AA4-4A57-A343-59869DA4116B}">
      <dgm:prSet/>
      <dgm:spPr/>
      <dgm:t>
        <a:bodyPr/>
        <a:lstStyle/>
        <a:p>
          <a:r>
            <a:rPr lang="en-US"/>
            <a:t>Installation of all softwares</a:t>
          </a:r>
        </a:p>
      </dgm:t>
    </dgm:pt>
    <dgm:pt modelId="{DA7E76EA-5E5E-415D-ADDE-A912EA2F7D0E}" type="parTrans" cxnId="{FD4060C4-7267-4F04-B910-2619B139CD23}">
      <dgm:prSet/>
      <dgm:spPr/>
      <dgm:t>
        <a:bodyPr/>
        <a:lstStyle/>
        <a:p>
          <a:endParaRPr lang="en-US"/>
        </a:p>
      </dgm:t>
    </dgm:pt>
    <dgm:pt modelId="{733F2E8E-D587-4396-B6DD-D96C838B7B68}" type="sibTrans" cxnId="{FD4060C4-7267-4F04-B910-2619B139CD23}">
      <dgm:prSet/>
      <dgm:spPr/>
      <dgm:t>
        <a:bodyPr/>
        <a:lstStyle/>
        <a:p>
          <a:endParaRPr lang="en-US"/>
        </a:p>
      </dgm:t>
    </dgm:pt>
    <dgm:pt modelId="{93B75094-E385-467E-AEAF-1C648F30F4B9}">
      <dgm:prSet/>
      <dgm:spPr/>
      <dgm:t>
        <a:bodyPr/>
        <a:lstStyle/>
        <a:p>
          <a:r>
            <a:rPr lang="en-US"/>
            <a:t>Website creation</a:t>
          </a:r>
        </a:p>
      </dgm:t>
    </dgm:pt>
    <dgm:pt modelId="{81DF5E76-40AC-4157-9599-27B2FC2012CE}" type="parTrans" cxnId="{3D842782-C4E8-46B6-9C76-770F3ACBEC3E}">
      <dgm:prSet/>
      <dgm:spPr/>
      <dgm:t>
        <a:bodyPr/>
        <a:lstStyle/>
        <a:p>
          <a:endParaRPr lang="en-US"/>
        </a:p>
      </dgm:t>
    </dgm:pt>
    <dgm:pt modelId="{B38153E4-FFF1-468F-BFB4-30DD29864E4E}" type="sibTrans" cxnId="{3D842782-C4E8-46B6-9C76-770F3ACBEC3E}">
      <dgm:prSet/>
      <dgm:spPr/>
      <dgm:t>
        <a:bodyPr/>
        <a:lstStyle/>
        <a:p>
          <a:endParaRPr lang="en-US"/>
        </a:p>
      </dgm:t>
    </dgm:pt>
    <dgm:pt modelId="{41848EEE-F636-4855-A262-5C53C5EE68BC}">
      <dgm:prSet/>
      <dgm:spPr/>
      <dgm:t>
        <a:bodyPr/>
        <a:lstStyle/>
        <a:p>
          <a:r>
            <a:rPr lang="en-US"/>
            <a:t>Attack server execution</a:t>
          </a:r>
        </a:p>
      </dgm:t>
    </dgm:pt>
    <dgm:pt modelId="{E283F0FE-4E88-4E27-A5D8-2ACD54B276A0}" type="parTrans" cxnId="{42BDE49A-0C1F-48C6-B764-05B05FDEE030}">
      <dgm:prSet/>
      <dgm:spPr/>
      <dgm:t>
        <a:bodyPr/>
        <a:lstStyle/>
        <a:p>
          <a:endParaRPr lang="en-US"/>
        </a:p>
      </dgm:t>
    </dgm:pt>
    <dgm:pt modelId="{37769603-38ED-4F4B-8802-86EE178A2771}" type="sibTrans" cxnId="{42BDE49A-0C1F-48C6-B764-05B05FDEE030}">
      <dgm:prSet/>
      <dgm:spPr/>
      <dgm:t>
        <a:bodyPr/>
        <a:lstStyle/>
        <a:p>
          <a:endParaRPr lang="en-US"/>
        </a:p>
      </dgm:t>
    </dgm:pt>
    <dgm:pt modelId="{93DD356A-9E9C-4D32-BCFC-9C3D1B2478EC}" type="pres">
      <dgm:prSet presAssocID="{D314976C-44B6-4539-AC4F-4E90B1F12D06}" presName="vert0" presStyleCnt="0">
        <dgm:presLayoutVars>
          <dgm:dir/>
          <dgm:animOne val="branch"/>
          <dgm:animLvl val="lvl"/>
        </dgm:presLayoutVars>
      </dgm:prSet>
      <dgm:spPr/>
    </dgm:pt>
    <dgm:pt modelId="{36704D26-FC20-4A95-BEFA-596E8A95B212}" type="pres">
      <dgm:prSet presAssocID="{CE55A9B1-0141-47E6-9DB2-F93464CC1E19}" presName="thickLine" presStyleLbl="alignNode1" presStyleIdx="0" presStyleCnt="6"/>
      <dgm:spPr/>
    </dgm:pt>
    <dgm:pt modelId="{3C0854C1-FD0F-49E5-B4B0-9CDAF82A2AEB}" type="pres">
      <dgm:prSet presAssocID="{CE55A9B1-0141-47E6-9DB2-F93464CC1E19}" presName="horz1" presStyleCnt="0"/>
      <dgm:spPr/>
    </dgm:pt>
    <dgm:pt modelId="{5CAB0294-0286-43C2-BAE5-72C6EB8E8C9C}" type="pres">
      <dgm:prSet presAssocID="{CE55A9B1-0141-47E6-9DB2-F93464CC1E19}" presName="tx1" presStyleLbl="revTx" presStyleIdx="0" presStyleCnt="6"/>
      <dgm:spPr/>
    </dgm:pt>
    <dgm:pt modelId="{EFB560DA-ED17-4424-8D62-A1C41AFE5388}" type="pres">
      <dgm:prSet presAssocID="{CE55A9B1-0141-47E6-9DB2-F93464CC1E19}" presName="vert1" presStyleCnt="0"/>
      <dgm:spPr/>
    </dgm:pt>
    <dgm:pt modelId="{2C14CE96-DFAE-406D-875A-36823D72181D}" type="pres">
      <dgm:prSet presAssocID="{4583A66B-402F-4753-8FEC-ACE750793A92}" presName="thickLine" presStyleLbl="alignNode1" presStyleIdx="1" presStyleCnt="6"/>
      <dgm:spPr/>
    </dgm:pt>
    <dgm:pt modelId="{070F2761-8E81-4CF4-9547-11C2709A287A}" type="pres">
      <dgm:prSet presAssocID="{4583A66B-402F-4753-8FEC-ACE750793A92}" presName="horz1" presStyleCnt="0"/>
      <dgm:spPr/>
    </dgm:pt>
    <dgm:pt modelId="{1A4927E1-0E5A-4E3B-AA54-12F11E36949B}" type="pres">
      <dgm:prSet presAssocID="{4583A66B-402F-4753-8FEC-ACE750793A92}" presName="tx1" presStyleLbl="revTx" presStyleIdx="1" presStyleCnt="6"/>
      <dgm:spPr/>
    </dgm:pt>
    <dgm:pt modelId="{BFB7BA36-C2A2-4965-8BED-9377B0233137}" type="pres">
      <dgm:prSet presAssocID="{4583A66B-402F-4753-8FEC-ACE750793A92}" presName="vert1" presStyleCnt="0"/>
      <dgm:spPr/>
    </dgm:pt>
    <dgm:pt modelId="{103E075E-0AAB-4953-8CB3-F8DF68EF4394}" type="pres">
      <dgm:prSet presAssocID="{005F8B17-05CD-4E95-BC46-3F83A48D3700}" presName="thickLine" presStyleLbl="alignNode1" presStyleIdx="2" presStyleCnt="6"/>
      <dgm:spPr/>
    </dgm:pt>
    <dgm:pt modelId="{C7B70415-D6A0-4177-9704-04D6A2BE5317}" type="pres">
      <dgm:prSet presAssocID="{005F8B17-05CD-4E95-BC46-3F83A48D3700}" presName="horz1" presStyleCnt="0"/>
      <dgm:spPr/>
    </dgm:pt>
    <dgm:pt modelId="{EADC221B-7A1B-4750-911D-D98F6E759D10}" type="pres">
      <dgm:prSet presAssocID="{005F8B17-05CD-4E95-BC46-3F83A48D3700}" presName="tx1" presStyleLbl="revTx" presStyleIdx="2" presStyleCnt="6"/>
      <dgm:spPr/>
    </dgm:pt>
    <dgm:pt modelId="{F0C8B7F3-1167-4C46-A39E-1627FF094D95}" type="pres">
      <dgm:prSet presAssocID="{005F8B17-05CD-4E95-BC46-3F83A48D3700}" presName="vert1" presStyleCnt="0"/>
      <dgm:spPr/>
    </dgm:pt>
    <dgm:pt modelId="{C1334466-1795-4B6D-8C4D-830051EC4E5B}" type="pres">
      <dgm:prSet presAssocID="{25243B6B-5AA4-4A57-A343-59869DA4116B}" presName="thickLine" presStyleLbl="alignNode1" presStyleIdx="3" presStyleCnt="6"/>
      <dgm:spPr/>
    </dgm:pt>
    <dgm:pt modelId="{DC5ED8A1-2DD9-41AA-BDFB-296D09498AB1}" type="pres">
      <dgm:prSet presAssocID="{25243B6B-5AA4-4A57-A343-59869DA4116B}" presName="horz1" presStyleCnt="0"/>
      <dgm:spPr/>
    </dgm:pt>
    <dgm:pt modelId="{909BB444-4AE9-4149-A1FB-DC7D2CD81EC7}" type="pres">
      <dgm:prSet presAssocID="{25243B6B-5AA4-4A57-A343-59869DA4116B}" presName="tx1" presStyleLbl="revTx" presStyleIdx="3" presStyleCnt="6"/>
      <dgm:spPr/>
    </dgm:pt>
    <dgm:pt modelId="{0C14C45A-91E2-473B-9360-2AC98D84A6DB}" type="pres">
      <dgm:prSet presAssocID="{25243B6B-5AA4-4A57-A343-59869DA4116B}" presName="vert1" presStyleCnt="0"/>
      <dgm:spPr/>
    </dgm:pt>
    <dgm:pt modelId="{6DE50043-10EB-4A86-AB21-092E35FC0551}" type="pres">
      <dgm:prSet presAssocID="{93B75094-E385-467E-AEAF-1C648F30F4B9}" presName="thickLine" presStyleLbl="alignNode1" presStyleIdx="4" presStyleCnt="6"/>
      <dgm:spPr/>
    </dgm:pt>
    <dgm:pt modelId="{009B5D0F-C5E0-4D1C-A202-685BD60EF8E9}" type="pres">
      <dgm:prSet presAssocID="{93B75094-E385-467E-AEAF-1C648F30F4B9}" presName="horz1" presStyleCnt="0"/>
      <dgm:spPr/>
    </dgm:pt>
    <dgm:pt modelId="{8B9B3A7A-95EE-4FDE-A8A3-64B99390F3A4}" type="pres">
      <dgm:prSet presAssocID="{93B75094-E385-467E-AEAF-1C648F30F4B9}" presName="tx1" presStyleLbl="revTx" presStyleIdx="4" presStyleCnt="6"/>
      <dgm:spPr/>
    </dgm:pt>
    <dgm:pt modelId="{1C2C0B05-909C-4862-A2B9-14053312C536}" type="pres">
      <dgm:prSet presAssocID="{93B75094-E385-467E-AEAF-1C648F30F4B9}" presName="vert1" presStyleCnt="0"/>
      <dgm:spPr/>
    </dgm:pt>
    <dgm:pt modelId="{7D493789-BE7A-41F8-BB28-C7859ECC5D22}" type="pres">
      <dgm:prSet presAssocID="{41848EEE-F636-4855-A262-5C53C5EE68BC}" presName="thickLine" presStyleLbl="alignNode1" presStyleIdx="5" presStyleCnt="6"/>
      <dgm:spPr/>
    </dgm:pt>
    <dgm:pt modelId="{C2997275-24E5-4370-91EC-C601E7738536}" type="pres">
      <dgm:prSet presAssocID="{41848EEE-F636-4855-A262-5C53C5EE68BC}" presName="horz1" presStyleCnt="0"/>
      <dgm:spPr/>
    </dgm:pt>
    <dgm:pt modelId="{CF4EA5B0-5006-40CE-85BF-D1DED0628E5B}" type="pres">
      <dgm:prSet presAssocID="{41848EEE-F636-4855-A262-5C53C5EE68BC}" presName="tx1" presStyleLbl="revTx" presStyleIdx="5" presStyleCnt="6"/>
      <dgm:spPr/>
    </dgm:pt>
    <dgm:pt modelId="{74E6E581-D4BF-4FFE-8501-030AD151ED15}" type="pres">
      <dgm:prSet presAssocID="{41848EEE-F636-4855-A262-5C53C5EE68BC}" presName="vert1" presStyleCnt="0"/>
      <dgm:spPr/>
    </dgm:pt>
  </dgm:ptLst>
  <dgm:cxnLst>
    <dgm:cxn modelId="{27659A23-1C5C-4A6B-928B-924128C3DEEC}" type="presOf" srcId="{D314976C-44B6-4539-AC4F-4E90B1F12D06}" destId="{93DD356A-9E9C-4D32-BCFC-9C3D1B2478EC}" srcOrd="0" destOrd="0" presId="urn:microsoft.com/office/officeart/2008/layout/LinedList"/>
    <dgm:cxn modelId="{90B8D43A-88D7-44FB-A705-7A795E3F2F98}" type="presOf" srcId="{005F8B17-05CD-4E95-BC46-3F83A48D3700}" destId="{EADC221B-7A1B-4750-911D-D98F6E759D10}" srcOrd="0" destOrd="0" presId="urn:microsoft.com/office/officeart/2008/layout/LinedList"/>
    <dgm:cxn modelId="{1013EB71-7B36-47FF-B296-2CE431AB67DC}" type="presOf" srcId="{CE55A9B1-0141-47E6-9DB2-F93464CC1E19}" destId="{5CAB0294-0286-43C2-BAE5-72C6EB8E8C9C}" srcOrd="0" destOrd="0" presId="urn:microsoft.com/office/officeart/2008/layout/LinedList"/>
    <dgm:cxn modelId="{3D842782-C4E8-46B6-9C76-770F3ACBEC3E}" srcId="{D314976C-44B6-4539-AC4F-4E90B1F12D06}" destId="{93B75094-E385-467E-AEAF-1C648F30F4B9}" srcOrd="4" destOrd="0" parTransId="{81DF5E76-40AC-4157-9599-27B2FC2012CE}" sibTransId="{B38153E4-FFF1-468F-BFB4-30DD29864E4E}"/>
    <dgm:cxn modelId="{42BDE49A-0C1F-48C6-B764-05B05FDEE030}" srcId="{D314976C-44B6-4539-AC4F-4E90B1F12D06}" destId="{41848EEE-F636-4855-A262-5C53C5EE68BC}" srcOrd="5" destOrd="0" parTransId="{E283F0FE-4E88-4E27-A5D8-2ACD54B276A0}" sibTransId="{37769603-38ED-4F4B-8802-86EE178A2771}"/>
    <dgm:cxn modelId="{25674BA3-8904-402C-B1BA-351D0627B8A1}" type="presOf" srcId="{4583A66B-402F-4753-8FEC-ACE750793A92}" destId="{1A4927E1-0E5A-4E3B-AA54-12F11E36949B}" srcOrd="0" destOrd="0" presId="urn:microsoft.com/office/officeart/2008/layout/LinedList"/>
    <dgm:cxn modelId="{57ED6AA4-F214-4EB4-AA07-739846D1A254}" srcId="{D314976C-44B6-4539-AC4F-4E90B1F12D06}" destId="{005F8B17-05CD-4E95-BC46-3F83A48D3700}" srcOrd="2" destOrd="0" parTransId="{0878238A-8806-417E-9333-8DD72AA5EA06}" sibTransId="{36DB621A-C12C-40D7-BFFA-7D4C0F4FA0E0}"/>
    <dgm:cxn modelId="{303B56A9-4EA8-4022-BAF7-7C498B24739A}" type="presOf" srcId="{41848EEE-F636-4855-A262-5C53C5EE68BC}" destId="{CF4EA5B0-5006-40CE-85BF-D1DED0628E5B}" srcOrd="0" destOrd="0" presId="urn:microsoft.com/office/officeart/2008/layout/LinedList"/>
    <dgm:cxn modelId="{B1215CB5-EC07-41E7-8726-F2902C368E84}" srcId="{D314976C-44B6-4539-AC4F-4E90B1F12D06}" destId="{CE55A9B1-0141-47E6-9DB2-F93464CC1E19}" srcOrd="0" destOrd="0" parTransId="{2705089F-3591-4E6C-A9A6-C2003AD76C05}" sibTransId="{F7D9E782-A304-44A9-B197-460952869778}"/>
    <dgm:cxn modelId="{0BCC94B6-10C7-4DEA-ABD9-5592FCFA9ABB}" type="presOf" srcId="{93B75094-E385-467E-AEAF-1C648F30F4B9}" destId="{8B9B3A7A-95EE-4FDE-A8A3-64B99390F3A4}" srcOrd="0" destOrd="0" presId="urn:microsoft.com/office/officeart/2008/layout/LinedList"/>
    <dgm:cxn modelId="{FD4060C4-7267-4F04-B910-2619B139CD23}" srcId="{D314976C-44B6-4539-AC4F-4E90B1F12D06}" destId="{25243B6B-5AA4-4A57-A343-59869DA4116B}" srcOrd="3" destOrd="0" parTransId="{DA7E76EA-5E5E-415D-ADDE-A912EA2F7D0E}" sibTransId="{733F2E8E-D587-4396-B6DD-D96C838B7B68}"/>
    <dgm:cxn modelId="{E6932AD0-8D3F-4D1C-AE9B-A50A1BDF464D}" srcId="{D314976C-44B6-4539-AC4F-4E90B1F12D06}" destId="{4583A66B-402F-4753-8FEC-ACE750793A92}" srcOrd="1" destOrd="0" parTransId="{6824819D-2761-411B-A8F0-CBC6E01DDEB2}" sibTransId="{6E99034A-9F21-4D70-A5F1-B9B4F7CAEBC6}"/>
    <dgm:cxn modelId="{FDAC72E5-11CF-40ED-9D06-257E07530CCE}" type="presOf" srcId="{25243B6B-5AA4-4A57-A343-59869DA4116B}" destId="{909BB444-4AE9-4149-A1FB-DC7D2CD81EC7}" srcOrd="0" destOrd="0" presId="urn:microsoft.com/office/officeart/2008/layout/LinedList"/>
    <dgm:cxn modelId="{E272D29E-747D-4AAB-A56C-FF39BAE63E0A}" type="presParOf" srcId="{93DD356A-9E9C-4D32-BCFC-9C3D1B2478EC}" destId="{36704D26-FC20-4A95-BEFA-596E8A95B212}" srcOrd="0" destOrd="0" presId="urn:microsoft.com/office/officeart/2008/layout/LinedList"/>
    <dgm:cxn modelId="{14AD501F-D7EB-4ADC-8F02-A2E7C4257537}" type="presParOf" srcId="{93DD356A-9E9C-4D32-BCFC-9C3D1B2478EC}" destId="{3C0854C1-FD0F-49E5-B4B0-9CDAF82A2AEB}" srcOrd="1" destOrd="0" presId="urn:microsoft.com/office/officeart/2008/layout/LinedList"/>
    <dgm:cxn modelId="{D8657369-4D60-4E98-BFA9-42E5A783028C}" type="presParOf" srcId="{3C0854C1-FD0F-49E5-B4B0-9CDAF82A2AEB}" destId="{5CAB0294-0286-43C2-BAE5-72C6EB8E8C9C}" srcOrd="0" destOrd="0" presId="urn:microsoft.com/office/officeart/2008/layout/LinedList"/>
    <dgm:cxn modelId="{12551C86-C623-47B8-A6F6-5AF26E4E51D9}" type="presParOf" srcId="{3C0854C1-FD0F-49E5-B4B0-9CDAF82A2AEB}" destId="{EFB560DA-ED17-4424-8D62-A1C41AFE5388}" srcOrd="1" destOrd="0" presId="urn:microsoft.com/office/officeart/2008/layout/LinedList"/>
    <dgm:cxn modelId="{8552FC0F-86FC-4E80-9D9D-73FC76F857A2}" type="presParOf" srcId="{93DD356A-9E9C-4D32-BCFC-9C3D1B2478EC}" destId="{2C14CE96-DFAE-406D-875A-36823D72181D}" srcOrd="2" destOrd="0" presId="urn:microsoft.com/office/officeart/2008/layout/LinedList"/>
    <dgm:cxn modelId="{0A40AD9C-0171-4C52-8F4C-9900874BC037}" type="presParOf" srcId="{93DD356A-9E9C-4D32-BCFC-9C3D1B2478EC}" destId="{070F2761-8E81-4CF4-9547-11C2709A287A}" srcOrd="3" destOrd="0" presId="urn:microsoft.com/office/officeart/2008/layout/LinedList"/>
    <dgm:cxn modelId="{7187E4E6-F90C-4210-8653-1AE81CB13023}" type="presParOf" srcId="{070F2761-8E81-4CF4-9547-11C2709A287A}" destId="{1A4927E1-0E5A-4E3B-AA54-12F11E36949B}" srcOrd="0" destOrd="0" presId="urn:microsoft.com/office/officeart/2008/layout/LinedList"/>
    <dgm:cxn modelId="{ED94C50E-8DE8-44C0-9193-355CA7C79527}" type="presParOf" srcId="{070F2761-8E81-4CF4-9547-11C2709A287A}" destId="{BFB7BA36-C2A2-4965-8BED-9377B0233137}" srcOrd="1" destOrd="0" presId="urn:microsoft.com/office/officeart/2008/layout/LinedList"/>
    <dgm:cxn modelId="{B8FC6142-0D0E-4BBA-AC22-EF72105BC5B7}" type="presParOf" srcId="{93DD356A-9E9C-4D32-BCFC-9C3D1B2478EC}" destId="{103E075E-0AAB-4953-8CB3-F8DF68EF4394}" srcOrd="4" destOrd="0" presId="urn:microsoft.com/office/officeart/2008/layout/LinedList"/>
    <dgm:cxn modelId="{B39794DB-79AF-40D8-8C20-B147420A2513}" type="presParOf" srcId="{93DD356A-9E9C-4D32-BCFC-9C3D1B2478EC}" destId="{C7B70415-D6A0-4177-9704-04D6A2BE5317}" srcOrd="5" destOrd="0" presId="urn:microsoft.com/office/officeart/2008/layout/LinedList"/>
    <dgm:cxn modelId="{B2EBD6F5-5110-4640-852F-F4564C849E41}" type="presParOf" srcId="{C7B70415-D6A0-4177-9704-04D6A2BE5317}" destId="{EADC221B-7A1B-4750-911D-D98F6E759D10}" srcOrd="0" destOrd="0" presId="urn:microsoft.com/office/officeart/2008/layout/LinedList"/>
    <dgm:cxn modelId="{90770F27-B91E-4CD7-B125-5A1A85B434EE}" type="presParOf" srcId="{C7B70415-D6A0-4177-9704-04D6A2BE5317}" destId="{F0C8B7F3-1167-4C46-A39E-1627FF094D95}" srcOrd="1" destOrd="0" presId="urn:microsoft.com/office/officeart/2008/layout/LinedList"/>
    <dgm:cxn modelId="{67DB8E52-8549-48EB-953C-376AB74C2B6F}" type="presParOf" srcId="{93DD356A-9E9C-4D32-BCFC-9C3D1B2478EC}" destId="{C1334466-1795-4B6D-8C4D-830051EC4E5B}" srcOrd="6" destOrd="0" presId="urn:microsoft.com/office/officeart/2008/layout/LinedList"/>
    <dgm:cxn modelId="{1A6873AE-644D-41F2-9D2B-736C4A774223}" type="presParOf" srcId="{93DD356A-9E9C-4D32-BCFC-9C3D1B2478EC}" destId="{DC5ED8A1-2DD9-41AA-BDFB-296D09498AB1}" srcOrd="7" destOrd="0" presId="urn:microsoft.com/office/officeart/2008/layout/LinedList"/>
    <dgm:cxn modelId="{EB55415D-CF97-49D2-91CE-4D47BCBCADC8}" type="presParOf" srcId="{DC5ED8A1-2DD9-41AA-BDFB-296D09498AB1}" destId="{909BB444-4AE9-4149-A1FB-DC7D2CD81EC7}" srcOrd="0" destOrd="0" presId="urn:microsoft.com/office/officeart/2008/layout/LinedList"/>
    <dgm:cxn modelId="{84CF7CE3-3808-4228-9363-466BE8A362A9}" type="presParOf" srcId="{DC5ED8A1-2DD9-41AA-BDFB-296D09498AB1}" destId="{0C14C45A-91E2-473B-9360-2AC98D84A6DB}" srcOrd="1" destOrd="0" presId="urn:microsoft.com/office/officeart/2008/layout/LinedList"/>
    <dgm:cxn modelId="{AD239ED9-5618-46BD-A5FD-38F902C50400}" type="presParOf" srcId="{93DD356A-9E9C-4D32-BCFC-9C3D1B2478EC}" destId="{6DE50043-10EB-4A86-AB21-092E35FC0551}" srcOrd="8" destOrd="0" presId="urn:microsoft.com/office/officeart/2008/layout/LinedList"/>
    <dgm:cxn modelId="{4ECB284F-1EA1-414B-92CF-DFC4F15104E0}" type="presParOf" srcId="{93DD356A-9E9C-4D32-BCFC-9C3D1B2478EC}" destId="{009B5D0F-C5E0-4D1C-A202-685BD60EF8E9}" srcOrd="9" destOrd="0" presId="urn:microsoft.com/office/officeart/2008/layout/LinedList"/>
    <dgm:cxn modelId="{4A25DD03-48FC-420E-856D-1C3DE63B672E}" type="presParOf" srcId="{009B5D0F-C5E0-4D1C-A202-685BD60EF8E9}" destId="{8B9B3A7A-95EE-4FDE-A8A3-64B99390F3A4}" srcOrd="0" destOrd="0" presId="urn:microsoft.com/office/officeart/2008/layout/LinedList"/>
    <dgm:cxn modelId="{2CA375BD-F0EC-45C1-B964-8320F6ED12A0}" type="presParOf" srcId="{009B5D0F-C5E0-4D1C-A202-685BD60EF8E9}" destId="{1C2C0B05-909C-4862-A2B9-14053312C536}" srcOrd="1" destOrd="0" presId="urn:microsoft.com/office/officeart/2008/layout/LinedList"/>
    <dgm:cxn modelId="{561DE663-5549-4A69-BCA5-73DC39CB48ED}" type="presParOf" srcId="{93DD356A-9E9C-4D32-BCFC-9C3D1B2478EC}" destId="{7D493789-BE7A-41F8-BB28-C7859ECC5D22}" srcOrd="10" destOrd="0" presId="urn:microsoft.com/office/officeart/2008/layout/LinedList"/>
    <dgm:cxn modelId="{C28BB1EE-CFFB-400B-A1BF-CE3FEDC71783}" type="presParOf" srcId="{93DD356A-9E9C-4D32-BCFC-9C3D1B2478EC}" destId="{C2997275-24E5-4370-91EC-C601E7738536}" srcOrd="11" destOrd="0" presId="urn:microsoft.com/office/officeart/2008/layout/LinedList"/>
    <dgm:cxn modelId="{7D927CBF-B265-464A-AA7B-E2C1D550940B}" type="presParOf" srcId="{C2997275-24E5-4370-91EC-C601E7738536}" destId="{CF4EA5B0-5006-40CE-85BF-D1DED0628E5B}" srcOrd="0" destOrd="0" presId="urn:microsoft.com/office/officeart/2008/layout/LinedList"/>
    <dgm:cxn modelId="{700B01FE-5AB0-4D14-9074-274B12E6EBEF}" type="presParOf" srcId="{C2997275-24E5-4370-91EC-C601E7738536}" destId="{74E6E581-D4BF-4FFE-8501-030AD151ED15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3E64B0EB-1964-49FB-B81E-62E692FFED7D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3B6817F5-1711-4695-94D2-8AEF2BD66194}">
      <dgm:prSet/>
      <dgm:spPr/>
      <dgm:t>
        <a:bodyPr/>
        <a:lstStyle/>
        <a:p>
          <a:r>
            <a:rPr lang="en-US"/>
            <a:t>All 65,535 ports filtered on firewall WAN interface</a:t>
          </a:r>
        </a:p>
      </dgm:t>
    </dgm:pt>
    <dgm:pt modelId="{3431CA39-CECE-4734-9B66-0A74F0B94B64}" type="parTrans" cxnId="{4933DBFB-E15C-447A-8985-B191617F1E9B}">
      <dgm:prSet/>
      <dgm:spPr/>
      <dgm:t>
        <a:bodyPr/>
        <a:lstStyle/>
        <a:p>
          <a:endParaRPr lang="en-US"/>
        </a:p>
      </dgm:t>
    </dgm:pt>
    <dgm:pt modelId="{C752CB7E-D575-4C0C-A5C8-A50FF512C2D5}" type="sibTrans" cxnId="{4933DBFB-E15C-447A-8985-B191617F1E9B}">
      <dgm:prSet/>
      <dgm:spPr/>
      <dgm:t>
        <a:bodyPr/>
        <a:lstStyle/>
        <a:p>
          <a:endParaRPr lang="en-US"/>
        </a:p>
      </dgm:t>
    </dgm:pt>
    <dgm:pt modelId="{F0D96223-3275-4532-9038-7481B56EEEA0}">
      <dgm:prSet/>
      <dgm:spPr/>
      <dgm:t>
        <a:bodyPr/>
        <a:lstStyle/>
        <a:p>
          <a:r>
            <a:rPr lang="en-US"/>
            <a:t>Internal VLANs not accessible from external network</a:t>
          </a:r>
        </a:p>
      </dgm:t>
    </dgm:pt>
    <dgm:pt modelId="{02AC1FE5-7F13-425F-8074-EA52DD894762}" type="parTrans" cxnId="{5E315277-A7F0-426B-83BB-1FBE36A3846B}">
      <dgm:prSet/>
      <dgm:spPr/>
      <dgm:t>
        <a:bodyPr/>
        <a:lstStyle/>
        <a:p>
          <a:endParaRPr lang="en-US"/>
        </a:p>
      </dgm:t>
    </dgm:pt>
    <dgm:pt modelId="{5DD446F4-5109-4261-A242-616571B7AC3E}" type="sibTrans" cxnId="{5E315277-A7F0-426B-83BB-1FBE36A3846B}">
      <dgm:prSet/>
      <dgm:spPr/>
      <dgm:t>
        <a:bodyPr/>
        <a:lstStyle/>
        <a:p>
          <a:endParaRPr lang="en-US"/>
        </a:p>
      </dgm:t>
    </dgm:pt>
    <dgm:pt modelId="{AE44B8AB-54C4-453A-ADDB-8DB18328DEF6}">
      <dgm:prSet/>
      <dgm:spPr/>
      <dgm:t>
        <a:bodyPr/>
        <a:lstStyle/>
        <a:p>
          <a:r>
            <a:rPr lang="en-US"/>
            <a:t>SMB (445) and RDP (3389) blocked between hosts</a:t>
          </a:r>
        </a:p>
      </dgm:t>
    </dgm:pt>
    <dgm:pt modelId="{2CB2F79B-E016-47ED-9D44-828A8F50E72F}" type="parTrans" cxnId="{11D7E8CD-568A-4679-99B2-106F71303AD5}">
      <dgm:prSet/>
      <dgm:spPr/>
      <dgm:t>
        <a:bodyPr/>
        <a:lstStyle/>
        <a:p>
          <a:endParaRPr lang="en-US"/>
        </a:p>
      </dgm:t>
    </dgm:pt>
    <dgm:pt modelId="{C2DBCD48-F057-4FD7-9664-83CA1147CA1E}" type="sibTrans" cxnId="{11D7E8CD-568A-4679-99B2-106F71303AD5}">
      <dgm:prSet/>
      <dgm:spPr/>
      <dgm:t>
        <a:bodyPr/>
        <a:lstStyle/>
        <a:p>
          <a:endParaRPr lang="en-US"/>
        </a:p>
      </dgm:t>
    </dgm:pt>
    <dgm:pt modelId="{BBB678B0-F86D-4C8A-A717-AD5395F7766C}">
      <dgm:prSet/>
      <dgm:spPr/>
      <dgm:t>
        <a:bodyPr/>
        <a:lstStyle/>
        <a:p>
          <a:r>
            <a:rPr lang="en-US"/>
            <a:t>Web server only exposes HTTP (port 80) internally</a:t>
          </a:r>
        </a:p>
      </dgm:t>
    </dgm:pt>
    <dgm:pt modelId="{71F9DEAA-890F-49C2-8173-545FFE29EAAB}" type="parTrans" cxnId="{964FD9D8-0492-4873-8F9A-E376537B3CF6}">
      <dgm:prSet/>
      <dgm:spPr/>
      <dgm:t>
        <a:bodyPr/>
        <a:lstStyle/>
        <a:p>
          <a:endParaRPr lang="en-US"/>
        </a:p>
      </dgm:t>
    </dgm:pt>
    <dgm:pt modelId="{6E37235D-06A8-43E0-B419-C934A0CB66C5}" type="sibTrans" cxnId="{964FD9D8-0492-4873-8F9A-E376537B3CF6}">
      <dgm:prSet/>
      <dgm:spPr/>
      <dgm:t>
        <a:bodyPr/>
        <a:lstStyle/>
        <a:p>
          <a:endParaRPr lang="en-US"/>
        </a:p>
      </dgm:t>
    </dgm:pt>
    <dgm:pt modelId="{583982BC-0FE9-4699-B60B-5BBCCF201868}">
      <dgm:prSet/>
      <dgm:spPr/>
      <dgm:t>
        <a:bodyPr/>
        <a:lstStyle/>
        <a:p>
          <a:r>
            <a:rPr lang="en-US"/>
            <a:t>MongoDB (27017) accessible from user VLAN</a:t>
          </a:r>
        </a:p>
      </dgm:t>
    </dgm:pt>
    <dgm:pt modelId="{E795B8FF-91F5-4482-91C9-84FE8144365D}" type="parTrans" cxnId="{619D6CFF-9C48-45C0-9003-4A8954DDFA67}">
      <dgm:prSet/>
      <dgm:spPr/>
      <dgm:t>
        <a:bodyPr/>
        <a:lstStyle/>
        <a:p>
          <a:endParaRPr lang="en-US"/>
        </a:p>
      </dgm:t>
    </dgm:pt>
    <dgm:pt modelId="{C7194C02-F2EA-4510-92BE-E64E0B2CF6A6}" type="sibTrans" cxnId="{619D6CFF-9C48-45C0-9003-4A8954DDFA67}">
      <dgm:prSet/>
      <dgm:spPr/>
      <dgm:t>
        <a:bodyPr/>
        <a:lstStyle/>
        <a:p>
          <a:endParaRPr lang="en-US"/>
        </a:p>
      </dgm:t>
    </dgm:pt>
    <dgm:pt modelId="{D4B9EE48-DD26-415C-A6B3-2C811CB10C92}" type="pres">
      <dgm:prSet presAssocID="{3E64B0EB-1964-49FB-B81E-62E692FFED7D}" presName="linear" presStyleCnt="0">
        <dgm:presLayoutVars>
          <dgm:animLvl val="lvl"/>
          <dgm:resizeHandles val="exact"/>
        </dgm:presLayoutVars>
      </dgm:prSet>
      <dgm:spPr/>
    </dgm:pt>
    <dgm:pt modelId="{138B330E-A7C1-4536-B988-581FFD14B6B0}" type="pres">
      <dgm:prSet presAssocID="{3B6817F5-1711-4695-94D2-8AEF2BD66194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3A856099-FF26-45FA-AD08-C47CEA8A5E39}" type="pres">
      <dgm:prSet presAssocID="{C752CB7E-D575-4C0C-A5C8-A50FF512C2D5}" presName="spacer" presStyleCnt="0"/>
      <dgm:spPr/>
    </dgm:pt>
    <dgm:pt modelId="{AD3F476A-AAE0-4C4A-BAB9-B0F7AF86414F}" type="pres">
      <dgm:prSet presAssocID="{F0D96223-3275-4532-9038-7481B56EEEA0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28376878-CB0A-4DE0-9219-88179ECDC3D4}" type="pres">
      <dgm:prSet presAssocID="{5DD446F4-5109-4261-A242-616571B7AC3E}" presName="spacer" presStyleCnt="0"/>
      <dgm:spPr/>
    </dgm:pt>
    <dgm:pt modelId="{BFC13CA2-C30B-4A2B-BC1C-BAF081E9C7BA}" type="pres">
      <dgm:prSet presAssocID="{AE44B8AB-54C4-453A-ADDB-8DB18328DEF6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AC969E48-B665-4FA9-81F3-E1F13820169D}" type="pres">
      <dgm:prSet presAssocID="{C2DBCD48-F057-4FD7-9664-83CA1147CA1E}" presName="spacer" presStyleCnt="0"/>
      <dgm:spPr/>
    </dgm:pt>
    <dgm:pt modelId="{4FABC1BE-3CA2-467F-A195-CC583EDC854A}" type="pres">
      <dgm:prSet presAssocID="{BBB678B0-F86D-4C8A-A717-AD5395F7766C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A7E2F87C-A857-425D-A34C-742CCD2A8019}" type="pres">
      <dgm:prSet presAssocID="{6E37235D-06A8-43E0-B419-C934A0CB66C5}" presName="spacer" presStyleCnt="0"/>
      <dgm:spPr/>
    </dgm:pt>
    <dgm:pt modelId="{0C104B78-907B-4C3E-BC95-E5257BEE96F5}" type="pres">
      <dgm:prSet presAssocID="{583982BC-0FE9-4699-B60B-5BBCCF201868}" presName="parentText" presStyleLbl="node1" presStyleIdx="4" presStyleCnt="5">
        <dgm:presLayoutVars>
          <dgm:chMax val="0"/>
          <dgm:bulletEnabled val="1"/>
        </dgm:presLayoutVars>
      </dgm:prSet>
      <dgm:spPr/>
    </dgm:pt>
  </dgm:ptLst>
  <dgm:cxnLst>
    <dgm:cxn modelId="{4A2F503B-007A-4BBD-AA72-E38F6C288395}" type="presOf" srcId="{BBB678B0-F86D-4C8A-A717-AD5395F7766C}" destId="{4FABC1BE-3CA2-467F-A195-CC583EDC854A}" srcOrd="0" destOrd="0" presId="urn:microsoft.com/office/officeart/2005/8/layout/vList2"/>
    <dgm:cxn modelId="{5E315277-A7F0-426B-83BB-1FBE36A3846B}" srcId="{3E64B0EB-1964-49FB-B81E-62E692FFED7D}" destId="{F0D96223-3275-4532-9038-7481B56EEEA0}" srcOrd="1" destOrd="0" parTransId="{02AC1FE5-7F13-425F-8074-EA52DD894762}" sibTransId="{5DD446F4-5109-4261-A242-616571B7AC3E}"/>
    <dgm:cxn modelId="{C1F6AC85-6ACB-4BFA-B24F-87100FD5541D}" type="presOf" srcId="{583982BC-0FE9-4699-B60B-5BBCCF201868}" destId="{0C104B78-907B-4C3E-BC95-E5257BEE96F5}" srcOrd="0" destOrd="0" presId="urn:microsoft.com/office/officeart/2005/8/layout/vList2"/>
    <dgm:cxn modelId="{800E87A1-7461-408A-BFB7-404F37C6D89D}" type="presOf" srcId="{3B6817F5-1711-4695-94D2-8AEF2BD66194}" destId="{138B330E-A7C1-4536-B988-581FFD14B6B0}" srcOrd="0" destOrd="0" presId="urn:microsoft.com/office/officeart/2005/8/layout/vList2"/>
    <dgm:cxn modelId="{EFDC3FA4-6C36-46AC-A807-8F19581EA805}" type="presOf" srcId="{3E64B0EB-1964-49FB-B81E-62E692FFED7D}" destId="{D4B9EE48-DD26-415C-A6B3-2C811CB10C92}" srcOrd="0" destOrd="0" presId="urn:microsoft.com/office/officeart/2005/8/layout/vList2"/>
    <dgm:cxn modelId="{21EAAFB0-9815-4467-9CEE-E75C349DC74C}" type="presOf" srcId="{AE44B8AB-54C4-453A-ADDB-8DB18328DEF6}" destId="{BFC13CA2-C30B-4A2B-BC1C-BAF081E9C7BA}" srcOrd="0" destOrd="0" presId="urn:microsoft.com/office/officeart/2005/8/layout/vList2"/>
    <dgm:cxn modelId="{7B2633B4-2762-43AB-A152-8CB7AC877E9C}" type="presOf" srcId="{F0D96223-3275-4532-9038-7481B56EEEA0}" destId="{AD3F476A-AAE0-4C4A-BAB9-B0F7AF86414F}" srcOrd="0" destOrd="0" presId="urn:microsoft.com/office/officeart/2005/8/layout/vList2"/>
    <dgm:cxn modelId="{11D7E8CD-568A-4679-99B2-106F71303AD5}" srcId="{3E64B0EB-1964-49FB-B81E-62E692FFED7D}" destId="{AE44B8AB-54C4-453A-ADDB-8DB18328DEF6}" srcOrd="2" destOrd="0" parTransId="{2CB2F79B-E016-47ED-9D44-828A8F50E72F}" sibTransId="{C2DBCD48-F057-4FD7-9664-83CA1147CA1E}"/>
    <dgm:cxn modelId="{964FD9D8-0492-4873-8F9A-E376537B3CF6}" srcId="{3E64B0EB-1964-49FB-B81E-62E692FFED7D}" destId="{BBB678B0-F86D-4C8A-A717-AD5395F7766C}" srcOrd="3" destOrd="0" parTransId="{71F9DEAA-890F-49C2-8173-545FFE29EAAB}" sibTransId="{6E37235D-06A8-43E0-B419-C934A0CB66C5}"/>
    <dgm:cxn modelId="{4933DBFB-E15C-447A-8985-B191617F1E9B}" srcId="{3E64B0EB-1964-49FB-B81E-62E692FFED7D}" destId="{3B6817F5-1711-4695-94D2-8AEF2BD66194}" srcOrd="0" destOrd="0" parTransId="{3431CA39-CECE-4734-9B66-0A74F0B94B64}" sibTransId="{C752CB7E-D575-4C0C-A5C8-A50FF512C2D5}"/>
    <dgm:cxn modelId="{619D6CFF-9C48-45C0-9003-4A8954DDFA67}" srcId="{3E64B0EB-1964-49FB-B81E-62E692FFED7D}" destId="{583982BC-0FE9-4699-B60B-5BBCCF201868}" srcOrd="4" destOrd="0" parTransId="{E795B8FF-91F5-4482-91C9-84FE8144365D}" sibTransId="{C7194C02-F2EA-4510-92BE-E64E0B2CF6A6}"/>
    <dgm:cxn modelId="{C7D1D261-0087-4512-B5E8-DC1C6DC53F6B}" type="presParOf" srcId="{D4B9EE48-DD26-415C-A6B3-2C811CB10C92}" destId="{138B330E-A7C1-4536-B988-581FFD14B6B0}" srcOrd="0" destOrd="0" presId="urn:microsoft.com/office/officeart/2005/8/layout/vList2"/>
    <dgm:cxn modelId="{3448A6D1-125B-47C1-A7E8-A5000F0ACE43}" type="presParOf" srcId="{D4B9EE48-DD26-415C-A6B3-2C811CB10C92}" destId="{3A856099-FF26-45FA-AD08-C47CEA8A5E39}" srcOrd="1" destOrd="0" presId="urn:microsoft.com/office/officeart/2005/8/layout/vList2"/>
    <dgm:cxn modelId="{3E17405E-669D-4CFD-A1E4-A5F3AAC0FCAD}" type="presParOf" srcId="{D4B9EE48-DD26-415C-A6B3-2C811CB10C92}" destId="{AD3F476A-AAE0-4C4A-BAB9-B0F7AF86414F}" srcOrd="2" destOrd="0" presId="urn:microsoft.com/office/officeart/2005/8/layout/vList2"/>
    <dgm:cxn modelId="{A397834A-CBF6-4CD5-9725-C6131C50A9DE}" type="presParOf" srcId="{D4B9EE48-DD26-415C-A6B3-2C811CB10C92}" destId="{28376878-CB0A-4DE0-9219-88179ECDC3D4}" srcOrd="3" destOrd="0" presId="urn:microsoft.com/office/officeart/2005/8/layout/vList2"/>
    <dgm:cxn modelId="{5C65CAB9-5F55-4F63-A6B5-81C84F12B580}" type="presParOf" srcId="{D4B9EE48-DD26-415C-A6B3-2C811CB10C92}" destId="{BFC13CA2-C30B-4A2B-BC1C-BAF081E9C7BA}" srcOrd="4" destOrd="0" presId="urn:microsoft.com/office/officeart/2005/8/layout/vList2"/>
    <dgm:cxn modelId="{3A3F0BC0-E284-4A90-8FC4-3B81C5740C80}" type="presParOf" srcId="{D4B9EE48-DD26-415C-A6B3-2C811CB10C92}" destId="{AC969E48-B665-4FA9-81F3-E1F13820169D}" srcOrd="5" destOrd="0" presId="urn:microsoft.com/office/officeart/2005/8/layout/vList2"/>
    <dgm:cxn modelId="{1C42E30D-6C77-488F-B1CF-1B818AEBCA17}" type="presParOf" srcId="{D4B9EE48-DD26-415C-A6B3-2C811CB10C92}" destId="{4FABC1BE-3CA2-467F-A195-CC583EDC854A}" srcOrd="6" destOrd="0" presId="urn:microsoft.com/office/officeart/2005/8/layout/vList2"/>
    <dgm:cxn modelId="{9864EE31-D47A-4333-A066-FB27788B9AA5}" type="presParOf" srcId="{D4B9EE48-DD26-415C-A6B3-2C811CB10C92}" destId="{A7E2F87C-A857-425D-A34C-742CCD2A8019}" srcOrd="7" destOrd="0" presId="urn:microsoft.com/office/officeart/2005/8/layout/vList2"/>
    <dgm:cxn modelId="{E0329CB0-55C4-4B1E-9D0F-6DE428F2FD05}" type="presParOf" srcId="{D4B9EE48-DD26-415C-A6B3-2C811CB10C92}" destId="{0C104B78-907B-4C3E-BC95-E5257BEE96F5}" srcOrd="8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F70D8E9C-E02C-4073-A7A0-4A829E246B15}" type="doc">
      <dgm:prSet loTypeId="urn:microsoft.com/office/officeart/2018/2/layout/IconCircle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87D8F80-9A05-4805-924F-0619884CBE35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I designed and deployed a segmented enterprise network</a:t>
          </a:r>
        </a:p>
      </dgm:t>
    </dgm:pt>
    <dgm:pt modelId="{FB0A44AC-73A9-41B0-90C7-AD9BC4AB0B52}" type="parTrans" cxnId="{ED63DEE5-7B63-4C1D-99F2-88D059D20079}">
      <dgm:prSet/>
      <dgm:spPr/>
      <dgm:t>
        <a:bodyPr/>
        <a:lstStyle/>
        <a:p>
          <a:endParaRPr lang="en-US"/>
        </a:p>
      </dgm:t>
    </dgm:pt>
    <dgm:pt modelId="{CD8B94FC-95D5-48C6-A2D3-4FA5F64E8D66}" type="sibTrans" cxnId="{ED63DEE5-7B63-4C1D-99F2-88D059D20079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4A04301B-1BF9-464A-AF55-3378D90D16B4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I solved infrastructure problems, including routing, authentication, and connectivity</a:t>
          </a:r>
        </a:p>
      </dgm:t>
    </dgm:pt>
    <dgm:pt modelId="{8DF128D4-A5E9-4469-9435-8A9A9D072D63}" type="parTrans" cxnId="{64B4949F-5504-4E90-ADFB-426A17691F2C}">
      <dgm:prSet/>
      <dgm:spPr/>
      <dgm:t>
        <a:bodyPr/>
        <a:lstStyle/>
        <a:p>
          <a:endParaRPr lang="en-US"/>
        </a:p>
      </dgm:t>
    </dgm:pt>
    <dgm:pt modelId="{0C628031-2794-4BDB-9D1C-4C17DDE9944A}" type="sibTrans" cxnId="{64B4949F-5504-4E90-ADFB-426A17691F2C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6D483BFC-0704-44FE-A6C7-E641CFA60A96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I tested the environments using penetration testing techniques</a:t>
          </a:r>
        </a:p>
      </dgm:t>
    </dgm:pt>
    <dgm:pt modelId="{3A0A1C82-8BDC-49F2-92C8-67D691430146}" type="parTrans" cxnId="{9119EE26-C894-4A4B-8219-DE4EBA647F40}">
      <dgm:prSet/>
      <dgm:spPr/>
      <dgm:t>
        <a:bodyPr/>
        <a:lstStyle/>
        <a:p>
          <a:endParaRPr lang="en-US"/>
        </a:p>
      </dgm:t>
    </dgm:pt>
    <dgm:pt modelId="{0590B13B-5C02-4962-B692-794F25C4EB2C}" type="sibTrans" cxnId="{9119EE26-C894-4A4B-8219-DE4EBA647F40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7CF9DF87-E608-4DF6-A7FE-30A00E1EF2B1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I gained practical experience in cybersecurity architecture and defense strategies</a:t>
          </a:r>
        </a:p>
      </dgm:t>
    </dgm:pt>
    <dgm:pt modelId="{34D0DD89-46C1-4BBA-9E77-7C8559E8A76F}" type="parTrans" cxnId="{1CEA267D-7296-47A4-B4F1-632A5A8C6784}">
      <dgm:prSet/>
      <dgm:spPr/>
      <dgm:t>
        <a:bodyPr/>
        <a:lstStyle/>
        <a:p>
          <a:endParaRPr lang="en-US"/>
        </a:p>
      </dgm:t>
    </dgm:pt>
    <dgm:pt modelId="{982AB2B3-CB30-41A0-BA90-E7CAA4C9CBA8}" type="sibTrans" cxnId="{1CEA267D-7296-47A4-B4F1-632A5A8C6784}">
      <dgm:prSet/>
      <dgm:spPr/>
      <dgm:t>
        <a:bodyPr/>
        <a:lstStyle/>
        <a:p>
          <a:endParaRPr lang="en-US"/>
        </a:p>
      </dgm:t>
    </dgm:pt>
    <dgm:pt modelId="{6AE9E0F1-C97B-475E-8A04-69AA54C35AF7}" type="pres">
      <dgm:prSet presAssocID="{F70D8E9C-E02C-4073-A7A0-4A829E246B15}" presName="root" presStyleCnt="0">
        <dgm:presLayoutVars>
          <dgm:dir/>
          <dgm:resizeHandles val="exact"/>
        </dgm:presLayoutVars>
      </dgm:prSet>
      <dgm:spPr/>
    </dgm:pt>
    <dgm:pt modelId="{F9D243E3-FC82-439F-9FC9-C0A637785CB8}" type="pres">
      <dgm:prSet presAssocID="{F70D8E9C-E02C-4073-A7A0-4A829E246B15}" presName="container" presStyleCnt="0">
        <dgm:presLayoutVars>
          <dgm:dir/>
          <dgm:resizeHandles val="exact"/>
        </dgm:presLayoutVars>
      </dgm:prSet>
      <dgm:spPr/>
    </dgm:pt>
    <dgm:pt modelId="{469F0E97-A04D-4835-8BB3-98DFAA4E690B}" type="pres">
      <dgm:prSet presAssocID="{C87D8F80-9A05-4805-924F-0619884CBE35}" presName="compNode" presStyleCnt="0"/>
      <dgm:spPr/>
    </dgm:pt>
    <dgm:pt modelId="{E4E174B5-6045-48BF-92CA-7E2B4FA1EA43}" type="pres">
      <dgm:prSet presAssocID="{C87D8F80-9A05-4805-924F-0619884CBE35}" presName="iconBgRect" presStyleLbl="bgShp" presStyleIdx="0" presStyleCnt="4"/>
      <dgm:spPr/>
    </dgm:pt>
    <dgm:pt modelId="{63BE220C-A167-47A7-BAFB-841C71AF01D4}" type="pres">
      <dgm:prSet presAssocID="{C87D8F80-9A05-4805-924F-0619884CBE35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Network"/>
        </a:ext>
      </dgm:extLst>
    </dgm:pt>
    <dgm:pt modelId="{42217ED9-0E1C-440B-A3D2-8BFC17989C29}" type="pres">
      <dgm:prSet presAssocID="{C87D8F80-9A05-4805-924F-0619884CBE35}" presName="spaceRect" presStyleCnt="0"/>
      <dgm:spPr/>
    </dgm:pt>
    <dgm:pt modelId="{5D5B4B1A-6FFE-49C6-8D2E-B2743AC4307B}" type="pres">
      <dgm:prSet presAssocID="{C87D8F80-9A05-4805-924F-0619884CBE35}" presName="textRect" presStyleLbl="revTx" presStyleIdx="0" presStyleCnt="4">
        <dgm:presLayoutVars>
          <dgm:chMax val="1"/>
          <dgm:chPref val="1"/>
        </dgm:presLayoutVars>
      </dgm:prSet>
      <dgm:spPr/>
    </dgm:pt>
    <dgm:pt modelId="{8888E891-C09F-4075-8A38-C922A6C7488C}" type="pres">
      <dgm:prSet presAssocID="{CD8B94FC-95D5-48C6-A2D3-4FA5F64E8D66}" presName="sibTrans" presStyleLbl="sibTrans2D1" presStyleIdx="0" presStyleCnt="0"/>
      <dgm:spPr/>
    </dgm:pt>
    <dgm:pt modelId="{CF73E26E-9382-482E-879E-85075BDF5088}" type="pres">
      <dgm:prSet presAssocID="{4A04301B-1BF9-464A-AF55-3378D90D16B4}" presName="compNode" presStyleCnt="0"/>
      <dgm:spPr/>
    </dgm:pt>
    <dgm:pt modelId="{4F2A904E-8B43-4703-B97F-48A991DD2FED}" type="pres">
      <dgm:prSet presAssocID="{4A04301B-1BF9-464A-AF55-3378D90D16B4}" presName="iconBgRect" presStyleLbl="bgShp" presStyleIdx="1" presStyleCnt="4"/>
      <dgm:spPr/>
    </dgm:pt>
    <dgm:pt modelId="{78B8C1F6-29A5-40A1-A899-6E3F8BEE5A2E}" type="pres">
      <dgm:prSet presAssocID="{4A04301B-1BF9-464A-AF55-3378D90D16B4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Unlock"/>
        </a:ext>
      </dgm:extLst>
    </dgm:pt>
    <dgm:pt modelId="{C468B5F9-1EC2-44CB-A77D-F82D132AB53B}" type="pres">
      <dgm:prSet presAssocID="{4A04301B-1BF9-464A-AF55-3378D90D16B4}" presName="spaceRect" presStyleCnt="0"/>
      <dgm:spPr/>
    </dgm:pt>
    <dgm:pt modelId="{8D258913-6B5F-44AB-82A8-81C55E8AF998}" type="pres">
      <dgm:prSet presAssocID="{4A04301B-1BF9-464A-AF55-3378D90D16B4}" presName="textRect" presStyleLbl="revTx" presStyleIdx="1" presStyleCnt="4">
        <dgm:presLayoutVars>
          <dgm:chMax val="1"/>
          <dgm:chPref val="1"/>
        </dgm:presLayoutVars>
      </dgm:prSet>
      <dgm:spPr/>
    </dgm:pt>
    <dgm:pt modelId="{38903F2E-2D09-40C4-8CAA-164346F13A75}" type="pres">
      <dgm:prSet presAssocID="{0C628031-2794-4BDB-9D1C-4C17DDE9944A}" presName="sibTrans" presStyleLbl="sibTrans2D1" presStyleIdx="0" presStyleCnt="0"/>
      <dgm:spPr/>
    </dgm:pt>
    <dgm:pt modelId="{21EA8C3E-12F0-4853-9424-50DBAFF47E9E}" type="pres">
      <dgm:prSet presAssocID="{6D483BFC-0704-44FE-A6C7-E641CFA60A96}" presName="compNode" presStyleCnt="0"/>
      <dgm:spPr/>
    </dgm:pt>
    <dgm:pt modelId="{DF809D27-ACCD-4AD5-A9E4-A8F91CE4CB27}" type="pres">
      <dgm:prSet presAssocID="{6D483BFC-0704-44FE-A6C7-E641CFA60A96}" presName="iconBgRect" presStyleLbl="bgShp" presStyleIdx="2" presStyleCnt="4"/>
      <dgm:spPr/>
    </dgm:pt>
    <dgm:pt modelId="{B4CDC7F1-4C41-4AEF-BE44-ED0269BDA885}" type="pres">
      <dgm:prSet presAssocID="{6D483BFC-0704-44FE-A6C7-E641CFA60A96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462AC317-39B2-4182-B29E-4790AE798557}" type="pres">
      <dgm:prSet presAssocID="{6D483BFC-0704-44FE-A6C7-E641CFA60A96}" presName="spaceRect" presStyleCnt="0"/>
      <dgm:spPr/>
    </dgm:pt>
    <dgm:pt modelId="{B262A0B7-BBF9-419A-A816-98E4CC852C95}" type="pres">
      <dgm:prSet presAssocID="{6D483BFC-0704-44FE-A6C7-E641CFA60A96}" presName="textRect" presStyleLbl="revTx" presStyleIdx="2" presStyleCnt="4">
        <dgm:presLayoutVars>
          <dgm:chMax val="1"/>
          <dgm:chPref val="1"/>
        </dgm:presLayoutVars>
      </dgm:prSet>
      <dgm:spPr/>
    </dgm:pt>
    <dgm:pt modelId="{5CD8CE26-DD93-4422-B972-F52FB87ED163}" type="pres">
      <dgm:prSet presAssocID="{0590B13B-5C02-4962-B692-794F25C4EB2C}" presName="sibTrans" presStyleLbl="sibTrans2D1" presStyleIdx="0" presStyleCnt="0"/>
      <dgm:spPr/>
    </dgm:pt>
    <dgm:pt modelId="{6F9696D5-46B3-4AF5-A6ED-665A42C68623}" type="pres">
      <dgm:prSet presAssocID="{7CF9DF87-E608-4DF6-A7FE-30A00E1EF2B1}" presName="compNode" presStyleCnt="0"/>
      <dgm:spPr/>
    </dgm:pt>
    <dgm:pt modelId="{347F44FC-8818-4D65-A626-433E48B88A88}" type="pres">
      <dgm:prSet presAssocID="{7CF9DF87-E608-4DF6-A7FE-30A00E1EF2B1}" presName="iconBgRect" presStyleLbl="bgShp" presStyleIdx="3" presStyleCnt="4"/>
      <dgm:spPr/>
    </dgm:pt>
    <dgm:pt modelId="{41EBA94D-0875-41E8-9B29-809D211575F8}" type="pres">
      <dgm:prSet presAssocID="{7CF9DF87-E608-4DF6-A7FE-30A00E1EF2B1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8411D9AB-055E-4A25-99BE-2461FC8ACB8A}" type="pres">
      <dgm:prSet presAssocID="{7CF9DF87-E608-4DF6-A7FE-30A00E1EF2B1}" presName="spaceRect" presStyleCnt="0"/>
      <dgm:spPr/>
    </dgm:pt>
    <dgm:pt modelId="{0C770660-789C-4A81-9A9A-3BD50047B821}" type="pres">
      <dgm:prSet presAssocID="{7CF9DF87-E608-4DF6-A7FE-30A00E1EF2B1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93A21607-3DAD-4669-B6C0-C1C1B1A77B13}" type="presOf" srcId="{C87D8F80-9A05-4805-924F-0619884CBE35}" destId="{5D5B4B1A-6FFE-49C6-8D2E-B2743AC4307B}" srcOrd="0" destOrd="0" presId="urn:microsoft.com/office/officeart/2018/2/layout/IconCircleList"/>
    <dgm:cxn modelId="{2B74AA0C-3BD0-4503-A8F2-CD49E28ABD21}" type="presOf" srcId="{4A04301B-1BF9-464A-AF55-3378D90D16B4}" destId="{8D258913-6B5F-44AB-82A8-81C55E8AF998}" srcOrd="0" destOrd="0" presId="urn:microsoft.com/office/officeart/2018/2/layout/IconCircleList"/>
    <dgm:cxn modelId="{E79DA522-BB50-4D5F-85E5-30D68D5AAA82}" type="presOf" srcId="{6D483BFC-0704-44FE-A6C7-E641CFA60A96}" destId="{B262A0B7-BBF9-419A-A816-98E4CC852C95}" srcOrd="0" destOrd="0" presId="urn:microsoft.com/office/officeart/2018/2/layout/IconCircleList"/>
    <dgm:cxn modelId="{88D11825-0C83-41B9-B37C-5D3C23604D5F}" type="presOf" srcId="{0C628031-2794-4BDB-9D1C-4C17DDE9944A}" destId="{38903F2E-2D09-40C4-8CAA-164346F13A75}" srcOrd="0" destOrd="0" presId="urn:microsoft.com/office/officeart/2018/2/layout/IconCircleList"/>
    <dgm:cxn modelId="{060AB525-D509-4F0D-B943-1E89694574AF}" type="presOf" srcId="{CD8B94FC-95D5-48C6-A2D3-4FA5F64E8D66}" destId="{8888E891-C09F-4075-8A38-C922A6C7488C}" srcOrd="0" destOrd="0" presId="urn:microsoft.com/office/officeart/2018/2/layout/IconCircleList"/>
    <dgm:cxn modelId="{9119EE26-C894-4A4B-8219-DE4EBA647F40}" srcId="{F70D8E9C-E02C-4073-A7A0-4A829E246B15}" destId="{6D483BFC-0704-44FE-A6C7-E641CFA60A96}" srcOrd="2" destOrd="0" parTransId="{3A0A1C82-8BDC-49F2-92C8-67D691430146}" sibTransId="{0590B13B-5C02-4962-B692-794F25C4EB2C}"/>
    <dgm:cxn modelId="{7D954830-DA28-441C-8459-B14EA69CE6D5}" type="presOf" srcId="{0590B13B-5C02-4962-B692-794F25C4EB2C}" destId="{5CD8CE26-DD93-4422-B972-F52FB87ED163}" srcOrd="0" destOrd="0" presId="urn:microsoft.com/office/officeart/2018/2/layout/IconCircleList"/>
    <dgm:cxn modelId="{DD79236D-0FAF-495D-A700-06E1312021CA}" type="presOf" srcId="{F70D8E9C-E02C-4073-A7A0-4A829E246B15}" destId="{6AE9E0F1-C97B-475E-8A04-69AA54C35AF7}" srcOrd="0" destOrd="0" presId="urn:microsoft.com/office/officeart/2018/2/layout/IconCircleList"/>
    <dgm:cxn modelId="{FD14097C-0F46-4D2B-A518-B3F2379D5344}" type="presOf" srcId="{7CF9DF87-E608-4DF6-A7FE-30A00E1EF2B1}" destId="{0C770660-789C-4A81-9A9A-3BD50047B821}" srcOrd="0" destOrd="0" presId="urn:microsoft.com/office/officeart/2018/2/layout/IconCircleList"/>
    <dgm:cxn modelId="{1CEA267D-7296-47A4-B4F1-632A5A8C6784}" srcId="{F70D8E9C-E02C-4073-A7A0-4A829E246B15}" destId="{7CF9DF87-E608-4DF6-A7FE-30A00E1EF2B1}" srcOrd="3" destOrd="0" parTransId="{34D0DD89-46C1-4BBA-9E77-7C8559E8A76F}" sibTransId="{982AB2B3-CB30-41A0-BA90-E7CAA4C9CBA8}"/>
    <dgm:cxn modelId="{64B4949F-5504-4E90-ADFB-426A17691F2C}" srcId="{F70D8E9C-E02C-4073-A7A0-4A829E246B15}" destId="{4A04301B-1BF9-464A-AF55-3378D90D16B4}" srcOrd="1" destOrd="0" parTransId="{8DF128D4-A5E9-4469-9435-8A9A9D072D63}" sibTransId="{0C628031-2794-4BDB-9D1C-4C17DDE9944A}"/>
    <dgm:cxn modelId="{ED63DEE5-7B63-4C1D-99F2-88D059D20079}" srcId="{F70D8E9C-E02C-4073-A7A0-4A829E246B15}" destId="{C87D8F80-9A05-4805-924F-0619884CBE35}" srcOrd="0" destOrd="0" parTransId="{FB0A44AC-73A9-41B0-90C7-AD9BC4AB0B52}" sibTransId="{CD8B94FC-95D5-48C6-A2D3-4FA5F64E8D66}"/>
    <dgm:cxn modelId="{32E768B6-2BF4-4FC4-A71B-3CAD1301E6A1}" type="presParOf" srcId="{6AE9E0F1-C97B-475E-8A04-69AA54C35AF7}" destId="{F9D243E3-FC82-439F-9FC9-C0A637785CB8}" srcOrd="0" destOrd="0" presId="urn:microsoft.com/office/officeart/2018/2/layout/IconCircleList"/>
    <dgm:cxn modelId="{633F694F-6AC5-44C1-AFB1-1A6521B88A03}" type="presParOf" srcId="{F9D243E3-FC82-439F-9FC9-C0A637785CB8}" destId="{469F0E97-A04D-4835-8BB3-98DFAA4E690B}" srcOrd="0" destOrd="0" presId="urn:microsoft.com/office/officeart/2018/2/layout/IconCircleList"/>
    <dgm:cxn modelId="{600AB409-A8E1-4FE7-A8A3-7FDCCD237051}" type="presParOf" srcId="{469F0E97-A04D-4835-8BB3-98DFAA4E690B}" destId="{E4E174B5-6045-48BF-92CA-7E2B4FA1EA43}" srcOrd="0" destOrd="0" presId="urn:microsoft.com/office/officeart/2018/2/layout/IconCircleList"/>
    <dgm:cxn modelId="{BB9257CE-79DB-4006-BFC9-EA8DF435F37F}" type="presParOf" srcId="{469F0E97-A04D-4835-8BB3-98DFAA4E690B}" destId="{63BE220C-A167-47A7-BAFB-841C71AF01D4}" srcOrd="1" destOrd="0" presId="urn:microsoft.com/office/officeart/2018/2/layout/IconCircleList"/>
    <dgm:cxn modelId="{D6E925AA-6388-42ED-A6C3-56E73D36FA05}" type="presParOf" srcId="{469F0E97-A04D-4835-8BB3-98DFAA4E690B}" destId="{42217ED9-0E1C-440B-A3D2-8BFC17989C29}" srcOrd="2" destOrd="0" presId="urn:microsoft.com/office/officeart/2018/2/layout/IconCircleList"/>
    <dgm:cxn modelId="{9405B6B3-BCEF-4273-BC5D-DDFB3F5A8CC1}" type="presParOf" srcId="{469F0E97-A04D-4835-8BB3-98DFAA4E690B}" destId="{5D5B4B1A-6FFE-49C6-8D2E-B2743AC4307B}" srcOrd="3" destOrd="0" presId="urn:microsoft.com/office/officeart/2018/2/layout/IconCircleList"/>
    <dgm:cxn modelId="{0E07E02E-80A5-42F9-A20E-50C8654033A7}" type="presParOf" srcId="{F9D243E3-FC82-439F-9FC9-C0A637785CB8}" destId="{8888E891-C09F-4075-8A38-C922A6C7488C}" srcOrd="1" destOrd="0" presId="urn:microsoft.com/office/officeart/2018/2/layout/IconCircleList"/>
    <dgm:cxn modelId="{ADAC9DF0-938C-4D1B-8A84-72E6E53CF819}" type="presParOf" srcId="{F9D243E3-FC82-439F-9FC9-C0A637785CB8}" destId="{CF73E26E-9382-482E-879E-85075BDF5088}" srcOrd="2" destOrd="0" presId="urn:microsoft.com/office/officeart/2018/2/layout/IconCircleList"/>
    <dgm:cxn modelId="{FBD65B76-8A07-4B49-800C-D50B81EE53EA}" type="presParOf" srcId="{CF73E26E-9382-482E-879E-85075BDF5088}" destId="{4F2A904E-8B43-4703-B97F-48A991DD2FED}" srcOrd="0" destOrd="0" presId="urn:microsoft.com/office/officeart/2018/2/layout/IconCircleList"/>
    <dgm:cxn modelId="{83BA41C5-BFE7-4624-BF1F-BA013C8528F3}" type="presParOf" srcId="{CF73E26E-9382-482E-879E-85075BDF5088}" destId="{78B8C1F6-29A5-40A1-A899-6E3F8BEE5A2E}" srcOrd="1" destOrd="0" presId="urn:microsoft.com/office/officeart/2018/2/layout/IconCircleList"/>
    <dgm:cxn modelId="{25E8C409-C6CE-4D2F-B79C-96F9E30BF7FC}" type="presParOf" srcId="{CF73E26E-9382-482E-879E-85075BDF5088}" destId="{C468B5F9-1EC2-44CB-A77D-F82D132AB53B}" srcOrd="2" destOrd="0" presId="urn:microsoft.com/office/officeart/2018/2/layout/IconCircleList"/>
    <dgm:cxn modelId="{221CC7E4-507F-4B92-B058-2E9125D5349B}" type="presParOf" srcId="{CF73E26E-9382-482E-879E-85075BDF5088}" destId="{8D258913-6B5F-44AB-82A8-81C55E8AF998}" srcOrd="3" destOrd="0" presId="urn:microsoft.com/office/officeart/2018/2/layout/IconCircleList"/>
    <dgm:cxn modelId="{26050DE7-167E-4BF7-99B7-A46F5CCBEFD4}" type="presParOf" srcId="{F9D243E3-FC82-439F-9FC9-C0A637785CB8}" destId="{38903F2E-2D09-40C4-8CAA-164346F13A75}" srcOrd="3" destOrd="0" presId="urn:microsoft.com/office/officeart/2018/2/layout/IconCircleList"/>
    <dgm:cxn modelId="{CCE5D555-6724-45A4-81DD-008CE4FF12C6}" type="presParOf" srcId="{F9D243E3-FC82-439F-9FC9-C0A637785CB8}" destId="{21EA8C3E-12F0-4853-9424-50DBAFF47E9E}" srcOrd="4" destOrd="0" presId="urn:microsoft.com/office/officeart/2018/2/layout/IconCircleList"/>
    <dgm:cxn modelId="{1F56D19D-0001-4883-BE94-224837A0F7AA}" type="presParOf" srcId="{21EA8C3E-12F0-4853-9424-50DBAFF47E9E}" destId="{DF809D27-ACCD-4AD5-A9E4-A8F91CE4CB27}" srcOrd="0" destOrd="0" presId="urn:microsoft.com/office/officeart/2018/2/layout/IconCircleList"/>
    <dgm:cxn modelId="{09BA37EF-1054-42FB-B15E-D1E798CB3497}" type="presParOf" srcId="{21EA8C3E-12F0-4853-9424-50DBAFF47E9E}" destId="{B4CDC7F1-4C41-4AEF-BE44-ED0269BDA885}" srcOrd="1" destOrd="0" presId="urn:microsoft.com/office/officeart/2018/2/layout/IconCircleList"/>
    <dgm:cxn modelId="{B2E3F8BA-5A0D-431B-A26B-AEC75FF9DD39}" type="presParOf" srcId="{21EA8C3E-12F0-4853-9424-50DBAFF47E9E}" destId="{462AC317-39B2-4182-B29E-4790AE798557}" srcOrd="2" destOrd="0" presId="urn:microsoft.com/office/officeart/2018/2/layout/IconCircleList"/>
    <dgm:cxn modelId="{BA46168D-E718-4D90-822F-9D9591569C33}" type="presParOf" srcId="{21EA8C3E-12F0-4853-9424-50DBAFF47E9E}" destId="{B262A0B7-BBF9-419A-A816-98E4CC852C95}" srcOrd="3" destOrd="0" presId="urn:microsoft.com/office/officeart/2018/2/layout/IconCircleList"/>
    <dgm:cxn modelId="{56A60A8E-F3C4-4D47-AFEE-E92CF0ABAFAD}" type="presParOf" srcId="{F9D243E3-FC82-439F-9FC9-C0A637785CB8}" destId="{5CD8CE26-DD93-4422-B972-F52FB87ED163}" srcOrd="5" destOrd="0" presId="urn:microsoft.com/office/officeart/2018/2/layout/IconCircleList"/>
    <dgm:cxn modelId="{941CC173-6E01-4754-A450-D168B732050E}" type="presParOf" srcId="{F9D243E3-FC82-439F-9FC9-C0A637785CB8}" destId="{6F9696D5-46B3-4AF5-A6ED-665A42C68623}" srcOrd="6" destOrd="0" presId="urn:microsoft.com/office/officeart/2018/2/layout/IconCircleList"/>
    <dgm:cxn modelId="{98BC32CF-E529-4898-931B-005CC2FE28B1}" type="presParOf" srcId="{6F9696D5-46B3-4AF5-A6ED-665A42C68623}" destId="{347F44FC-8818-4D65-A626-433E48B88A88}" srcOrd="0" destOrd="0" presId="urn:microsoft.com/office/officeart/2018/2/layout/IconCircleList"/>
    <dgm:cxn modelId="{BEA995C2-3E45-4C5A-8772-ABD3487507E4}" type="presParOf" srcId="{6F9696D5-46B3-4AF5-A6ED-665A42C68623}" destId="{41EBA94D-0875-41E8-9B29-809D211575F8}" srcOrd="1" destOrd="0" presId="urn:microsoft.com/office/officeart/2018/2/layout/IconCircleList"/>
    <dgm:cxn modelId="{D3F61BED-5E56-40C1-820B-3CEDA7E4755F}" type="presParOf" srcId="{6F9696D5-46B3-4AF5-A6ED-665A42C68623}" destId="{8411D9AB-055E-4A25-99BE-2461FC8ACB8A}" srcOrd="2" destOrd="0" presId="urn:microsoft.com/office/officeart/2018/2/layout/IconCircleList"/>
    <dgm:cxn modelId="{C808E30E-729B-4828-8666-58B7745C2624}" type="presParOf" srcId="{6F9696D5-46B3-4AF5-A6ED-665A42C68623}" destId="{0C770660-789C-4A81-9A9A-3BD50047B821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084C309-E97B-43E4-8A99-3792017935AB}">
      <dsp:nvSpPr>
        <dsp:cNvPr id="0" name=""/>
        <dsp:cNvSpPr/>
      </dsp:nvSpPr>
      <dsp:spPr>
        <a:xfrm>
          <a:off x="3170" y="926941"/>
          <a:ext cx="2263407" cy="143726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1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>
            <a:rot lat="0" lon="0" rev="0"/>
          </a:camera>
          <a:lightRig rig="threePt" dir="t"/>
        </a:scene3d>
        <a:sp3d>
          <a:bevelT w="25400" h="1270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42F50690-23B6-423B-AD8F-6B6D47E35A39}">
      <dsp:nvSpPr>
        <dsp:cNvPr id="0" name=""/>
        <dsp:cNvSpPr/>
      </dsp:nvSpPr>
      <dsp:spPr>
        <a:xfrm>
          <a:off x="254659" y="1165856"/>
          <a:ext cx="2263407" cy="143726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Network Segmentation</a:t>
          </a:r>
        </a:p>
      </dsp:txBody>
      <dsp:txXfrm>
        <a:off x="296755" y="1207952"/>
        <a:ext cx="2179215" cy="1353072"/>
      </dsp:txXfrm>
    </dsp:sp>
    <dsp:sp modelId="{F98EF1C0-AC7E-4B18-B056-F423C868ABD1}">
      <dsp:nvSpPr>
        <dsp:cNvPr id="0" name=""/>
        <dsp:cNvSpPr/>
      </dsp:nvSpPr>
      <dsp:spPr>
        <a:xfrm>
          <a:off x="2769557" y="926941"/>
          <a:ext cx="2263407" cy="143726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1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>
            <a:rot lat="0" lon="0" rev="0"/>
          </a:camera>
          <a:lightRig rig="threePt" dir="t"/>
        </a:scene3d>
        <a:sp3d>
          <a:bevelT w="25400" h="1270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C8306D07-BA8F-4844-B67D-28D03D1FBE53}">
      <dsp:nvSpPr>
        <dsp:cNvPr id="0" name=""/>
        <dsp:cNvSpPr/>
      </dsp:nvSpPr>
      <dsp:spPr>
        <a:xfrm>
          <a:off x="3021047" y="1165856"/>
          <a:ext cx="2263407" cy="143726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Access Control &amp; Identity Management</a:t>
          </a:r>
        </a:p>
      </dsp:txBody>
      <dsp:txXfrm>
        <a:off x="3063143" y="1207952"/>
        <a:ext cx="2179215" cy="1353072"/>
      </dsp:txXfrm>
    </dsp:sp>
    <dsp:sp modelId="{701D95BC-994D-417C-B132-DE5A8929816E}">
      <dsp:nvSpPr>
        <dsp:cNvPr id="0" name=""/>
        <dsp:cNvSpPr/>
      </dsp:nvSpPr>
      <dsp:spPr>
        <a:xfrm>
          <a:off x="5535944" y="926941"/>
          <a:ext cx="2263407" cy="143726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1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>
            <a:rot lat="0" lon="0" rev="0"/>
          </a:camera>
          <a:lightRig rig="threePt" dir="t"/>
        </a:scene3d>
        <a:sp3d>
          <a:bevelT w="25400" h="1270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88AF2227-78CB-4727-AA41-8E65428D9BCB}">
      <dsp:nvSpPr>
        <dsp:cNvPr id="0" name=""/>
        <dsp:cNvSpPr/>
      </dsp:nvSpPr>
      <dsp:spPr>
        <a:xfrm>
          <a:off x="5787434" y="1165856"/>
          <a:ext cx="2263407" cy="143726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Secure System Architecture</a:t>
          </a:r>
        </a:p>
      </dsp:txBody>
      <dsp:txXfrm>
        <a:off x="5829530" y="1207952"/>
        <a:ext cx="2179215" cy="1353072"/>
      </dsp:txXfrm>
    </dsp:sp>
    <dsp:sp modelId="{6627DCEA-4FC5-4A44-A840-1D278C0DD029}">
      <dsp:nvSpPr>
        <dsp:cNvPr id="0" name=""/>
        <dsp:cNvSpPr/>
      </dsp:nvSpPr>
      <dsp:spPr>
        <a:xfrm>
          <a:off x="8302332" y="926941"/>
          <a:ext cx="2263407" cy="143726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1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>
            <a:rot lat="0" lon="0" rev="0"/>
          </a:camera>
          <a:lightRig rig="threePt" dir="t"/>
        </a:scene3d>
        <a:sp3d>
          <a:bevelT w="25400" h="1270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57919C95-0010-4196-8010-BEB1B50A9E26}">
      <dsp:nvSpPr>
        <dsp:cNvPr id="0" name=""/>
        <dsp:cNvSpPr/>
      </dsp:nvSpPr>
      <dsp:spPr>
        <a:xfrm>
          <a:off x="8553822" y="1165856"/>
          <a:ext cx="2263407" cy="143726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Basics of penetration testing</a:t>
          </a:r>
        </a:p>
      </dsp:txBody>
      <dsp:txXfrm>
        <a:off x="8595918" y="1207952"/>
        <a:ext cx="2179215" cy="135307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B3F077C-B3BE-486D-9934-3BA1953E8DD9}">
      <dsp:nvSpPr>
        <dsp:cNvPr id="0" name=""/>
        <dsp:cNvSpPr/>
      </dsp:nvSpPr>
      <dsp:spPr>
        <a:xfrm rot="5400000">
          <a:off x="7048595" y="-3074164"/>
          <a:ext cx="618552" cy="6925056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32385" rIns="64770" bIns="3238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700" b="1" kern="1200"/>
            <a:t>I compacted down the one blade to remove the extra network</a:t>
          </a:r>
          <a:endParaRPr lang="en-US" sz="1700" kern="1200"/>
        </a:p>
      </dsp:txBody>
      <dsp:txXfrm rot="-5400000">
        <a:off x="3895344" y="109282"/>
        <a:ext cx="6894861" cy="558162"/>
      </dsp:txXfrm>
    </dsp:sp>
    <dsp:sp modelId="{240B287C-C9AF-4E7A-9414-CD92FDF2D587}">
      <dsp:nvSpPr>
        <dsp:cNvPr id="0" name=""/>
        <dsp:cNvSpPr/>
      </dsp:nvSpPr>
      <dsp:spPr>
        <a:xfrm>
          <a:off x="0" y="1768"/>
          <a:ext cx="3895344" cy="77319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40005" rIns="80010" bIns="40005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Blade connection issue</a:t>
          </a:r>
        </a:p>
      </dsp:txBody>
      <dsp:txXfrm>
        <a:off x="37744" y="39512"/>
        <a:ext cx="3819856" cy="697702"/>
      </dsp:txXfrm>
    </dsp:sp>
    <dsp:sp modelId="{021FF9A3-F93D-4BFD-9FA0-9C3650675050}">
      <dsp:nvSpPr>
        <dsp:cNvPr id="0" name=""/>
        <dsp:cNvSpPr/>
      </dsp:nvSpPr>
      <dsp:spPr>
        <a:xfrm rot="5400000">
          <a:off x="7048595" y="-2262315"/>
          <a:ext cx="618552" cy="6925056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32385" rIns="64770" bIns="3238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700" b="1" kern="1200"/>
            <a:t>I removed the etcher firewall that was causing the routing and built up better protections</a:t>
          </a:r>
          <a:endParaRPr lang="en-US" sz="1700" kern="1200"/>
        </a:p>
      </dsp:txBody>
      <dsp:txXfrm rot="-5400000">
        <a:off x="3895344" y="921131"/>
        <a:ext cx="6894861" cy="558162"/>
      </dsp:txXfrm>
    </dsp:sp>
    <dsp:sp modelId="{166BED59-5795-44FE-91F8-8D79869D7668}">
      <dsp:nvSpPr>
        <dsp:cNvPr id="0" name=""/>
        <dsp:cNvSpPr/>
      </dsp:nvSpPr>
      <dsp:spPr>
        <a:xfrm>
          <a:off x="0" y="813617"/>
          <a:ext cx="3895344" cy="77319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40005" rIns="80010" bIns="40005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Network Firewall routing issues</a:t>
          </a:r>
        </a:p>
      </dsp:txBody>
      <dsp:txXfrm>
        <a:off x="37744" y="851361"/>
        <a:ext cx="3819856" cy="697702"/>
      </dsp:txXfrm>
    </dsp:sp>
    <dsp:sp modelId="{B7928376-C314-421B-B1F7-4319473F3341}">
      <dsp:nvSpPr>
        <dsp:cNvPr id="0" name=""/>
        <dsp:cNvSpPr/>
      </dsp:nvSpPr>
      <dsp:spPr>
        <a:xfrm rot="5400000">
          <a:off x="7048595" y="-1450465"/>
          <a:ext cx="618552" cy="6925056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32385" rIns="64770" bIns="3238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700" b="1" kern="1200"/>
            <a:t>I changed the password to a form that was allowed</a:t>
          </a:r>
          <a:endParaRPr lang="en-US" sz="1700" kern="1200"/>
        </a:p>
      </dsp:txBody>
      <dsp:txXfrm rot="-5400000">
        <a:off x="3895344" y="1732981"/>
        <a:ext cx="6894861" cy="558162"/>
      </dsp:txXfrm>
    </dsp:sp>
    <dsp:sp modelId="{922FCAC5-0AD3-47F7-A575-F8BDC9897C27}">
      <dsp:nvSpPr>
        <dsp:cNvPr id="0" name=""/>
        <dsp:cNvSpPr/>
      </dsp:nvSpPr>
      <dsp:spPr>
        <a:xfrm>
          <a:off x="0" y="1625467"/>
          <a:ext cx="3895344" cy="77319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40005" rIns="80010" bIns="40005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Database authentication issue</a:t>
          </a:r>
        </a:p>
      </dsp:txBody>
      <dsp:txXfrm>
        <a:off x="37744" y="1663211"/>
        <a:ext cx="3819856" cy="697702"/>
      </dsp:txXfrm>
    </dsp:sp>
    <dsp:sp modelId="{4A3F18D3-0CDF-4CBB-A54A-29A527FFAD46}">
      <dsp:nvSpPr>
        <dsp:cNvPr id="0" name=""/>
        <dsp:cNvSpPr/>
      </dsp:nvSpPr>
      <dsp:spPr>
        <a:xfrm rot="5400000">
          <a:off x="7048595" y="-638615"/>
          <a:ext cx="618552" cy="6925056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32385" rIns="64770" bIns="3238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700" b="1" kern="1200"/>
            <a:t>I went to the server room physically and connected directly</a:t>
          </a:r>
          <a:endParaRPr lang="en-US" sz="1700" kern="1200"/>
        </a:p>
      </dsp:txBody>
      <dsp:txXfrm rot="-5400000">
        <a:off x="3895344" y="2544831"/>
        <a:ext cx="6894861" cy="558162"/>
      </dsp:txXfrm>
    </dsp:sp>
    <dsp:sp modelId="{DB9E7198-1B69-481A-AEF5-A7AFDE430533}">
      <dsp:nvSpPr>
        <dsp:cNvPr id="0" name=""/>
        <dsp:cNvSpPr/>
      </dsp:nvSpPr>
      <dsp:spPr>
        <a:xfrm>
          <a:off x="0" y="2437317"/>
          <a:ext cx="3895344" cy="77319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40005" rIns="80010" bIns="40005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Server room connection issue</a:t>
          </a:r>
        </a:p>
      </dsp:txBody>
      <dsp:txXfrm>
        <a:off x="37744" y="2475061"/>
        <a:ext cx="3819856" cy="697702"/>
      </dsp:txXfrm>
    </dsp:sp>
    <dsp:sp modelId="{D764270D-EEE3-4A21-BE8A-B37A0D8A790A}">
      <dsp:nvSpPr>
        <dsp:cNvPr id="0" name=""/>
        <dsp:cNvSpPr/>
      </dsp:nvSpPr>
      <dsp:spPr>
        <a:xfrm rot="5400000">
          <a:off x="7048595" y="173233"/>
          <a:ext cx="618552" cy="6925056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32385" rIns="64770" bIns="3238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700" b="1" kern="1200"/>
            <a:t>I rebuilt all VMs and configurations at minimal specs</a:t>
          </a:r>
          <a:endParaRPr lang="en-US" sz="1700" kern="1200"/>
        </a:p>
      </dsp:txBody>
      <dsp:txXfrm rot="-5400000">
        <a:off x="3895344" y="3356680"/>
        <a:ext cx="6894861" cy="558162"/>
      </dsp:txXfrm>
    </dsp:sp>
    <dsp:sp modelId="{149B28DF-E479-48C3-8A79-42B8E3C4876F}">
      <dsp:nvSpPr>
        <dsp:cNvPr id="0" name=""/>
        <dsp:cNvSpPr/>
      </dsp:nvSpPr>
      <dsp:spPr>
        <a:xfrm>
          <a:off x="0" y="3249166"/>
          <a:ext cx="3895344" cy="77319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40005" rIns="80010" bIns="40005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Synology failure</a:t>
          </a:r>
        </a:p>
      </dsp:txBody>
      <dsp:txXfrm>
        <a:off x="37744" y="3286910"/>
        <a:ext cx="3819856" cy="697702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6704D26-FC20-4A95-BEFA-596E8A95B212}">
      <dsp:nvSpPr>
        <dsp:cNvPr id="0" name=""/>
        <dsp:cNvSpPr/>
      </dsp:nvSpPr>
      <dsp:spPr>
        <a:xfrm>
          <a:off x="0" y="1964"/>
          <a:ext cx="5816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CAB0294-0286-43C2-BAE5-72C6EB8E8C9C}">
      <dsp:nvSpPr>
        <dsp:cNvPr id="0" name=""/>
        <dsp:cNvSpPr/>
      </dsp:nvSpPr>
      <dsp:spPr>
        <a:xfrm>
          <a:off x="0" y="1964"/>
          <a:ext cx="5816600" cy="6700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/>
            <a:t>DNS setup</a:t>
          </a:r>
        </a:p>
      </dsp:txBody>
      <dsp:txXfrm>
        <a:off x="0" y="1964"/>
        <a:ext cx="5816600" cy="670032"/>
      </dsp:txXfrm>
    </dsp:sp>
    <dsp:sp modelId="{2C14CE96-DFAE-406D-875A-36823D72181D}">
      <dsp:nvSpPr>
        <dsp:cNvPr id="0" name=""/>
        <dsp:cNvSpPr/>
      </dsp:nvSpPr>
      <dsp:spPr>
        <a:xfrm>
          <a:off x="0" y="671997"/>
          <a:ext cx="5816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A4927E1-0E5A-4E3B-AA54-12F11E36949B}">
      <dsp:nvSpPr>
        <dsp:cNvPr id="0" name=""/>
        <dsp:cNvSpPr/>
      </dsp:nvSpPr>
      <dsp:spPr>
        <a:xfrm>
          <a:off x="0" y="671997"/>
          <a:ext cx="5816600" cy="6700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/>
            <a:t>Domain Services configuration</a:t>
          </a:r>
        </a:p>
      </dsp:txBody>
      <dsp:txXfrm>
        <a:off x="0" y="671997"/>
        <a:ext cx="5816600" cy="670032"/>
      </dsp:txXfrm>
    </dsp:sp>
    <dsp:sp modelId="{103E075E-0AAB-4953-8CB3-F8DF68EF4394}">
      <dsp:nvSpPr>
        <dsp:cNvPr id="0" name=""/>
        <dsp:cNvSpPr/>
      </dsp:nvSpPr>
      <dsp:spPr>
        <a:xfrm>
          <a:off x="0" y="1342029"/>
          <a:ext cx="5816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ADC221B-7A1B-4750-911D-D98F6E759D10}">
      <dsp:nvSpPr>
        <dsp:cNvPr id="0" name=""/>
        <dsp:cNvSpPr/>
      </dsp:nvSpPr>
      <dsp:spPr>
        <a:xfrm>
          <a:off x="0" y="1342029"/>
          <a:ext cx="5816600" cy="6700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/>
            <a:t>System-wide updates</a:t>
          </a:r>
        </a:p>
      </dsp:txBody>
      <dsp:txXfrm>
        <a:off x="0" y="1342029"/>
        <a:ext cx="5816600" cy="670032"/>
      </dsp:txXfrm>
    </dsp:sp>
    <dsp:sp modelId="{C1334466-1795-4B6D-8C4D-830051EC4E5B}">
      <dsp:nvSpPr>
        <dsp:cNvPr id="0" name=""/>
        <dsp:cNvSpPr/>
      </dsp:nvSpPr>
      <dsp:spPr>
        <a:xfrm>
          <a:off x="0" y="2012062"/>
          <a:ext cx="5816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09BB444-4AE9-4149-A1FB-DC7D2CD81EC7}">
      <dsp:nvSpPr>
        <dsp:cNvPr id="0" name=""/>
        <dsp:cNvSpPr/>
      </dsp:nvSpPr>
      <dsp:spPr>
        <a:xfrm>
          <a:off x="0" y="2012062"/>
          <a:ext cx="5816600" cy="6700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/>
            <a:t>Installation of all softwares</a:t>
          </a:r>
        </a:p>
      </dsp:txBody>
      <dsp:txXfrm>
        <a:off x="0" y="2012062"/>
        <a:ext cx="5816600" cy="670032"/>
      </dsp:txXfrm>
    </dsp:sp>
    <dsp:sp modelId="{6DE50043-10EB-4A86-AB21-092E35FC0551}">
      <dsp:nvSpPr>
        <dsp:cNvPr id="0" name=""/>
        <dsp:cNvSpPr/>
      </dsp:nvSpPr>
      <dsp:spPr>
        <a:xfrm>
          <a:off x="0" y="2682095"/>
          <a:ext cx="5816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B9B3A7A-95EE-4FDE-A8A3-64B99390F3A4}">
      <dsp:nvSpPr>
        <dsp:cNvPr id="0" name=""/>
        <dsp:cNvSpPr/>
      </dsp:nvSpPr>
      <dsp:spPr>
        <a:xfrm>
          <a:off x="0" y="2682095"/>
          <a:ext cx="5816600" cy="6700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/>
            <a:t>Website creation</a:t>
          </a:r>
        </a:p>
      </dsp:txBody>
      <dsp:txXfrm>
        <a:off x="0" y="2682095"/>
        <a:ext cx="5816600" cy="670032"/>
      </dsp:txXfrm>
    </dsp:sp>
    <dsp:sp modelId="{7D493789-BE7A-41F8-BB28-C7859ECC5D22}">
      <dsp:nvSpPr>
        <dsp:cNvPr id="0" name=""/>
        <dsp:cNvSpPr/>
      </dsp:nvSpPr>
      <dsp:spPr>
        <a:xfrm>
          <a:off x="0" y="3352127"/>
          <a:ext cx="5816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F4EA5B0-5006-40CE-85BF-D1DED0628E5B}">
      <dsp:nvSpPr>
        <dsp:cNvPr id="0" name=""/>
        <dsp:cNvSpPr/>
      </dsp:nvSpPr>
      <dsp:spPr>
        <a:xfrm>
          <a:off x="0" y="3352127"/>
          <a:ext cx="5816600" cy="6700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/>
            <a:t>Attack server execution</a:t>
          </a:r>
        </a:p>
      </dsp:txBody>
      <dsp:txXfrm>
        <a:off x="0" y="3352127"/>
        <a:ext cx="5816600" cy="670032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38B330E-A7C1-4536-B988-581FFD14B6B0}">
      <dsp:nvSpPr>
        <dsp:cNvPr id="0" name=""/>
        <dsp:cNvSpPr/>
      </dsp:nvSpPr>
      <dsp:spPr>
        <a:xfrm>
          <a:off x="0" y="40387"/>
          <a:ext cx="10820400" cy="71954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All 65,535 ports filtered on firewall WAN interface</a:t>
          </a:r>
        </a:p>
      </dsp:txBody>
      <dsp:txXfrm>
        <a:off x="35125" y="75512"/>
        <a:ext cx="10750150" cy="649299"/>
      </dsp:txXfrm>
    </dsp:sp>
    <dsp:sp modelId="{AD3F476A-AAE0-4C4A-BAB9-B0F7AF86414F}">
      <dsp:nvSpPr>
        <dsp:cNvPr id="0" name=""/>
        <dsp:cNvSpPr/>
      </dsp:nvSpPr>
      <dsp:spPr>
        <a:xfrm>
          <a:off x="0" y="846337"/>
          <a:ext cx="10820400" cy="71954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Internal VLANs not accessible from external network</a:t>
          </a:r>
        </a:p>
      </dsp:txBody>
      <dsp:txXfrm>
        <a:off x="35125" y="881462"/>
        <a:ext cx="10750150" cy="649299"/>
      </dsp:txXfrm>
    </dsp:sp>
    <dsp:sp modelId="{BFC13CA2-C30B-4A2B-BC1C-BAF081E9C7BA}">
      <dsp:nvSpPr>
        <dsp:cNvPr id="0" name=""/>
        <dsp:cNvSpPr/>
      </dsp:nvSpPr>
      <dsp:spPr>
        <a:xfrm>
          <a:off x="0" y="1652287"/>
          <a:ext cx="10820400" cy="71954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SMB (445) and RDP (3389) blocked between hosts</a:t>
          </a:r>
        </a:p>
      </dsp:txBody>
      <dsp:txXfrm>
        <a:off x="35125" y="1687412"/>
        <a:ext cx="10750150" cy="649299"/>
      </dsp:txXfrm>
    </dsp:sp>
    <dsp:sp modelId="{4FABC1BE-3CA2-467F-A195-CC583EDC854A}">
      <dsp:nvSpPr>
        <dsp:cNvPr id="0" name=""/>
        <dsp:cNvSpPr/>
      </dsp:nvSpPr>
      <dsp:spPr>
        <a:xfrm>
          <a:off x="0" y="2458237"/>
          <a:ext cx="10820400" cy="71954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Web server only exposes HTTP (port 80) internally</a:t>
          </a:r>
        </a:p>
      </dsp:txBody>
      <dsp:txXfrm>
        <a:off x="35125" y="2493362"/>
        <a:ext cx="10750150" cy="649299"/>
      </dsp:txXfrm>
    </dsp:sp>
    <dsp:sp modelId="{0C104B78-907B-4C3E-BC95-E5257BEE96F5}">
      <dsp:nvSpPr>
        <dsp:cNvPr id="0" name=""/>
        <dsp:cNvSpPr/>
      </dsp:nvSpPr>
      <dsp:spPr>
        <a:xfrm>
          <a:off x="0" y="3264187"/>
          <a:ext cx="10820400" cy="71954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MongoDB (27017) accessible from user VLAN</a:t>
          </a:r>
        </a:p>
      </dsp:txBody>
      <dsp:txXfrm>
        <a:off x="35125" y="3299312"/>
        <a:ext cx="10750150" cy="649299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4E174B5-6045-48BF-92CA-7E2B4FA1EA43}">
      <dsp:nvSpPr>
        <dsp:cNvPr id="0" name=""/>
        <dsp:cNvSpPr/>
      </dsp:nvSpPr>
      <dsp:spPr>
        <a:xfrm>
          <a:off x="264008" y="307426"/>
          <a:ext cx="1362585" cy="1362585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3BE220C-A167-47A7-BAFB-841C71AF01D4}">
      <dsp:nvSpPr>
        <dsp:cNvPr id="0" name=""/>
        <dsp:cNvSpPr/>
      </dsp:nvSpPr>
      <dsp:spPr>
        <a:xfrm>
          <a:off x="550151" y="593569"/>
          <a:ext cx="790299" cy="790299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D5B4B1A-6FFE-49C6-8D2E-B2743AC4307B}">
      <dsp:nvSpPr>
        <dsp:cNvPr id="0" name=""/>
        <dsp:cNvSpPr/>
      </dsp:nvSpPr>
      <dsp:spPr>
        <a:xfrm>
          <a:off x="1918575" y="307426"/>
          <a:ext cx="3211807" cy="136258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I designed and deployed a segmented enterprise network</a:t>
          </a:r>
        </a:p>
      </dsp:txBody>
      <dsp:txXfrm>
        <a:off x="1918575" y="307426"/>
        <a:ext cx="3211807" cy="1362585"/>
      </dsp:txXfrm>
    </dsp:sp>
    <dsp:sp modelId="{4F2A904E-8B43-4703-B97F-48A991DD2FED}">
      <dsp:nvSpPr>
        <dsp:cNvPr id="0" name=""/>
        <dsp:cNvSpPr/>
      </dsp:nvSpPr>
      <dsp:spPr>
        <a:xfrm>
          <a:off x="5690016" y="307426"/>
          <a:ext cx="1362585" cy="1362585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8B8C1F6-29A5-40A1-A899-6E3F8BEE5A2E}">
      <dsp:nvSpPr>
        <dsp:cNvPr id="0" name=""/>
        <dsp:cNvSpPr/>
      </dsp:nvSpPr>
      <dsp:spPr>
        <a:xfrm>
          <a:off x="5976159" y="593569"/>
          <a:ext cx="790299" cy="790299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D258913-6B5F-44AB-82A8-81C55E8AF998}">
      <dsp:nvSpPr>
        <dsp:cNvPr id="0" name=""/>
        <dsp:cNvSpPr/>
      </dsp:nvSpPr>
      <dsp:spPr>
        <a:xfrm>
          <a:off x="7344584" y="307426"/>
          <a:ext cx="3211807" cy="136258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I solved infrastructure problems, including routing, authentication, and connectivity</a:t>
          </a:r>
        </a:p>
      </dsp:txBody>
      <dsp:txXfrm>
        <a:off x="7344584" y="307426"/>
        <a:ext cx="3211807" cy="1362585"/>
      </dsp:txXfrm>
    </dsp:sp>
    <dsp:sp modelId="{DF809D27-ACCD-4AD5-A9E4-A8F91CE4CB27}">
      <dsp:nvSpPr>
        <dsp:cNvPr id="0" name=""/>
        <dsp:cNvSpPr/>
      </dsp:nvSpPr>
      <dsp:spPr>
        <a:xfrm>
          <a:off x="264008" y="2354113"/>
          <a:ext cx="1362585" cy="1362585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4CDC7F1-4C41-4AEF-BE44-ED0269BDA885}">
      <dsp:nvSpPr>
        <dsp:cNvPr id="0" name=""/>
        <dsp:cNvSpPr/>
      </dsp:nvSpPr>
      <dsp:spPr>
        <a:xfrm>
          <a:off x="550151" y="2640255"/>
          <a:ext cx="790299" cy="790299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262A0B7-BBF9-419A-A816-98E4CC852C95}">
      <dsp:nvSpPr>
        <dsp:cNvPr id="0" name=""/>
        <dsp:cNvSpPr/>
      </dsp:nvSpPr>
      <dsp:spPr>
        <a:xfrm>
          <a:off x="1918575" y="2354113"/>
          <a:ext cx="3211807" cy="136258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I tested the environments using penetration testing techniques</a:t>
          </a:r>
        </a:p>
      </dsp:txBody>
      <dsp:txXfrm>
        <a:off x="1918575" y="2354113"/>
        <a:ext cx="3211807" cy="1362585"/>
      </dsp:txXfrm>
    </dsp:sp>
    <dsp:sp modelId="{347F44FC-8818-4D65-A626-433E48B88A88}">
      <dsp:nvSpPr>
        <dsp:cNvPr id="0" name=""/>
        <dsp:cNvSpPr/>
      </dsp:nvSpPr>
      <dsp:spPr>
        <a:xfrm>
          <a:off x="5690016" y="2354113"/>
          <a:ext cx="1362585" cy="1362585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1EBA94D-0875-41E8-9B29-809D211575F8}">
      <dsp:nvSpPr>
        <dsp:cNvPr id="0" name=""/>
        <dsp:cNvSpPr/>
      </dsp:nvSpPr>
      <dsp:spPr>
        <a:xfrm>
          <a:off x="5976159" y="2640255"/>
          <a:ext cx="790299" cy="790299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C770660-789C-4A81-9A9A-3BD50047B821}">
      <dsp:nvSpPr>
        <dsp:cNvPr id="0" name=""/>
        <dsp:cNvSpPr/>
      </dsp:nvSpPr>
      <dsp:spPr>
        <a:xfrm>
          <a:off x="7344584" y="2354113"/>
          <a:ext cx="3211807" cy="136258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I gained practical experience in cybersecurity architecture and defense strategies</a:t>
          </a:r>
        </a:p>
      </dsp:txBody>
      <dsp:txXfrm>
        <a:off x="7344584" y="2354113"/>
        <a:ext cx="3211807" cy="136258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15A75DD6-0524-4343-93DA-766D4132C164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5CDC6A89-2932-4D81-B4B9-BB8C48B9EF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249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75DD6-0524-4343-93DA-766D4132C164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DC6A89-2932-4D81-B4B9-BB8C48B9EF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55838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15A75DD6-0524-4343-93DA-766D4132C164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5CDC6A89-2932-4D81-B4B9-BB8C48B9EF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91097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75DD6-0524-4343-93DA-766D4132C164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DC6A89-2932-4D81-B4B9-BB8C48B9EF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94296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75DD6-0524-4343-93DA-766D4132C164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DC6A89-2932-4D81-B4B9-BB8C48B9EF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89662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75DD6-0524-4343-93DA-766D4132C164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DC6A89-2932-4D81-B4B9-BB8C48B9EF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30205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75DD6-0524-4343-93DA-766D4132C164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DC6A89-2932-4D81-B4B9-BB8C48B9EF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73568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75DD6-0524-4343-93DA-766D4132C164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DC6A89-2932-4D81-B4B9-BB8C48B9EF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38612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75DD6-0524-4343-93DA-766D4132C164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DC6A89-2932-4D81-B4B9-BB8C48B9EF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89847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75DD6-0524-4343-93DA-766D4132C164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DC6A89-2932-4D81-B4B9-BB8C48B9EF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5189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15A75DD6-0524-4343-93DA-766D4132C164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5CDC6A89-2932-4D81-B4B9-BB8C48B9EF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17530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15A75DD6-0524-4343-93DA-766D4132C164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5CDC6A89-2932-4D81-B4B9-BB8C48B9EFF1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17904529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15A75DD6-0524-4343-93DA-766D4132C164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5CDC6A89-2932-4D81-B4B9-BB8C48B9EF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40043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75DD6-0524-4343-93DA-766D4132C164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DC6A89-2932-4D81-B4B9-BB8C48B9EF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039556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75DD6-0524-4343-93DA-766D4132C164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DC6A89-2932-4D81-B4B9-BB8C48B9EF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66685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75DD6-0524-4343-93DA-766D4132C164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DC6A89-2932-4D81-B4B9-BB8C48B9EF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51709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15A75DD6-0524-4343-93DA-766D4132C164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5CDC6A89-2932-4D81-B4B9-BB8C48B9EF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7745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5A75DD6-0524-4343-93DA-766D4132C164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DC6A89-2932-4D81-B4B9-BB8C48B9EF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19430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69" r:id="rId1"/>
    <p:sldLayoutId id="2147483770" r:id="rId2"/>
    <p:sldLayoutId id="2147483771" r:id="rId3"/>
    <p:sldLayoutId id="2147483772" r:id="rId4"/>
    <p:sldLayoutId id="2147483773" r:id="rId5"/>
    <p:sldLayoutId id="2147483774" r:id="rId6"/>
    <p:sldLayoutId id="2147483775" r:id="rId7"/>
    <p:sldLayoutId id="2147483776" r:id="rId8"/>
    <p:sldLayoutId id="2147483777" r:id="rId9"/>
    <p:sldLayoutId id="2147483778" r:id="rId10"/>
    <p:sldLayoutId id="2147483779" r:id="rId11"/>
    <p:sldLayoutId id="2147483780" r:id="rId12"/>
    <p:sldLayoutId id="2147483781" r:id="rId13"/>
    <p:sldLayoutId id="2147483782" r:id="rId14"/>
    <p:sldLayoutId id="2147483783" r:id="rId15"/>
    <p:sldLayoutId id="2147483784" r:id="rId16"/>
    <p:sldLayoutId id="2147483785" r:id="rId17"/>
  </p:sldLayoutIdLst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EFC7FC-5967-E8A5-75EE-0B10A7F8089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secure multi-layered network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869C92B-F3FC-B9C4-2DC2-5F8004A85FD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By William A. Skinner</a:t>
            </a:r>
          </a:p>
        </p:txBody>
      </p:sp>
    </p:spTree>
    <p:extLst>
      <p:ext uri="{BB962C8B-B14F-4D97-AF65-F5344CB8AC3E}">
        <p14:creationId xmlns:p14="http://schemas.microsoft.com/office/powerpoint/2010/main" val="7767783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5F3FCB-6AAE-0F32-0DD2-EC2A2CBB1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</p:spPr>
        <p:txBody>
          <a:bodyPr>
            <a:normAutofit/>
          </a:bodyPr>
          <a:lstStyle/>
          <a:p>
            <a:r>
              <a:rPr lang="en-US" dirty="0"/>
              <a:t>What is my project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4933472A-D37A-D790-79E2-0A9429F1269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65542190"/>
              </p:ext>
            </p:extLst>
          </p:nvPr>
        </p:nvGraphicFramePr>
        <p:xfrm>
          <a:off x="685800" y="2441051"/>
          <a:ext cx="10820400" cy="353006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4095321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E3DCB9-1FB0-09EF-FC55-6625332DB8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</p:spPr>
        <p:txBody>
          <a:bodyPr>
            <a:normAutofit/>
          </a:bodyPr>
          <a:lstStyle/>
          <a:p>
            <a:r>
              <a:rPr lang="en-US"/>
              <a:t>Why did I choose this project</a:t>
            </a:r>
            <a:endParaRPr lang="en-US" dirty="0"/>
          </a:p>
        </p:txBody>
      </p:sp>
      <p:pic>
        <p:nvPicPr>
          <p:cNvPr id="7" name="Graphic 6" descr="Processor">
            <a:extLst>
              <a:ext uri="{FF2B5EF4-FFF2-40B4-BE49-F238E27FC236}">
                <a16:creationId xmlns:a16="http://schemas.microsoft.com/office/drawing/2014/main" id="{8DCC238A-5111-3C52-A94E-BA9BFD4C94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6731" y="2272748"/>
            <a:ext cx="3639337" cy="3639337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096569-26AC-A566-CE24-54F7B34948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89600" y="2194560"/>
            <a:ext cx="5816600" cy="4024125"/>
          </a:xfrm>
        </p:spPr>
        <p:txBody>
          <a:bodyPr>
            <a:normAutofit/>
          </a:bodyPr>
          <a:lstStyle/>
          <a:p>
            <a:r>
              <a:rPr lang="en-US" sz="1700"/>
              <a:t>I wanted to learn more about cybersecurity</a:t>
            </a:r>
          </a:p>
          <a:p>
            <a:endParaRPr lang="en-US" sz="1700"/>
          </a:p>
          <a:p>
            <a:r>
              <a:rPr lang="en-US" sz="1700"/>
              <a:t>I wanted to design my own network</a:t>
            </a:r>
          </a:p>
          <a:p>
            <a:endParaRPr lang="en-US" sz="1700"/>
          </a:p>
          <a:p>
            <a:r>
              <a:rPr lang="en-US" sz="1700"/>
              <a:t>I wanted to understand the shortcomings of the configuration</a:t>
            </a:r>
          </a:p>
          <a:p>
            <a:endParaRPr lang="en-US" sz="1700"/>
          </a:p>
          <a:p>
            <a:r>
              <a:rPr lang="en-US" sz="1700"/>
              <a:t>Most of all, I wanted to learn what I would miss</a:t>
            </a:r>
          </a:p>
          <a:p>
            <a:pPr lvl="1"/>
            <a:r>
              <a:rPr lang="en-US" sz="1700"/>
              <a:t>So that I can improve</a:t>
            </a:r>
          </a:p>
        </p:txBody>
      </p:sp>
    </p:spTree>
    <p:extLst>
      <p:ext uri="{BB962C8B-B14F-4D97-AF65-F5344CB8AC3E}">
        <p14:creationId xmlns:p14="http://schemas.microsoft.com/office/powerpoint/2010/main" val="40017265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B0B1C0-CF37-5823-FBC2-0197F8C02B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22BE73F-72D6-511E-5E0A-0CFE679752E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5052" y="2193925"/>
            <a:ext cx="7961895" cy="4024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73224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C6AA24-279A-3549-0B21-09C3DFCA16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5A09AE-FB5F-E871-718E-8D27F24CD3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Technologies Used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A451A5A-F381-65A8-F2CF-F83A46E6B42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031" y="2299358"/>
            <a:ext cx="3723003" cy="2229755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0C513AA-25D7-83C7-3E02-43C9D9EBF95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9195" b="19715"/>
          <a:stretch>
            <a:fillRect/>
          </a:stretch>
        </p:blipFill>
        <p:spPr>
          <a:xfrm>
            <a:off x="8648700" y="2799845"/>
            <a:ext cx="2857500" cy="97756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54E9712-72A8-6A9D-0C24-E96131E906A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9878" t="7649" r="29829" b="8509"/>
          <a:stretch>
            <a:fillRect/>
          </a:stretch>
        </p:blipFill>
        <p:spPr>
          <a:xfrm>
            <a:off x="9457622" y="4037327"/>
            <a:ext cx="1239656" cy="124579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F1834B3-3736-E794-5326-917E246420A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24068" y="2515772"/>
            <a:ext cx="1146147" cy="89009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E40170E-356B-0EC7-11DB-83B6ECEE9A7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09874" y="4612824"/>
            <a:ext cx="3933825" cy="116205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C0988C1-08B2-81AF-E384-6FC4454B9F15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30025" b="31444"/>
          <a:stretch>
            <a:fillRect/>
          </a:stretch>
        </p:blipFill>
        <p:spPr>
          <a:xfrm>
            <a:off x="5394340" y="3688359"/>
            <a:ext cx="2466975" cy="71200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2F19A4B-BE94-8AB1-ABAD-1E63586EF55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48018" y="4784372"/>
            <a:ext cx="1293028" cy="1293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15078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1EA5387D-64D8-4D6C-B109-FF4E81DF60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Colorful network cables">
            <a:extLst>
              <a:ext uri="{FF2B5EF4-FFF2-40B4-BE49-F238E27FC236}">
                <a16:creationId xmlns:a16="http://schemas.microsoft.com/office/drawing/2014/main" id="{4654E550-27FE-1FE2-5A13-AE301D29B228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30000"/>
          </a:blip>
          <a:srcRect b="15730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319FFD2-07B5-4029-BFB3-26FCFCC2F1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1407DC4-B8A5-8433-1E4A-81682D3A1E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</p:spPr>
        <p:txBody>
          <a:bodyPr>
            <a:normAutofit/>
          </a:bodyPr>
          <a:lstStyle/>
          <a:p>
            <a:r>
              <a:rPr lang="en-US"/>
              <a:t>What Went wrong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8DB40A-EB1A-370A-8DC5-C75E459D6B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2194560"/>
            <a:ext cx="10820400" cy="4024125"/>
          </a:xfrm>
        </p:spPr>
        <p:txBody>
          <a:bodyPr>
            <a:normAutofit/>
          </a:bodyPr>
          <a:lstStyle/>
          <a:p>
            <a:r>
              <a:rPr lang="en-US"/>
              <a:t>Blade connection issue</a:t>
            </a:r>
          </a:p>
          <a:p>
            <a:r>
              <a:rPr lang="en-US"/>
              <a:t>Network Firewall routing issues</a:t>
            </a:r>
          </a:p>
          <a:p>
            <a:r>
              <a:rPr lang="en-US"/>
              <a:t>Database authentication issue</a:t>
            </a:r>
          </a:p>
          <a:p>
            <a:endParaRPr lang="en-US"/>
          </a:p>
          <a:p>
            <a:r>
              <a:rPr lang="en-US"/>
              <a:t>Server room connection issue</a:t>
            </a:r>
          </a:p>
          <a:p>
            <a:r>
              <a:rPr lang="en-US"/>
              <a:t>Synology failure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77535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90295D-E491-9480-F617-1C5EFF01B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I fixed it</a:t>
            </a:r>
          </a:p>
        </p:txBody>
      </p:sp>
      <p:graphicFrame>
        <p:nvGraphicFramePr>
          <p:cNvPr id="7" name="Content Placeholder 2">
            <a:extLst>
              <a:ext uri="{FF2B5EF4-FFF2-40B4-BE49-F238E27FC236}">
                <a16:creationId xmlns:a16="http://schemas.microsoft.com/office/drawing/2014/main" id="{CE17ED6C-C71F-DDB2-6415-49F6A2D63EEF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685800" y="2194560"/>
          <a:ext cx="10820400" cy="40241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27902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8584B1-6F78-75A4-41F0-673E03CBB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</p:spPr>
        <p:txBody>
          <a:bodyPr>
            <a:normAutofit/>
          </a:bodyPr>
          <a:lstStyle/>
          <a:p>
            <a:r>
              <a:rPr lang="en-US" dirty="0"/>
              <a:t>What Went Right</a:t>
            </a:r>
          </a:p>
        </p:txBody>
      </p:sp>
      <p:graphicFrame>
        <p:nvGraphicFramePr>
          <p:cNvPr id="6" name="Content Placeholder 2">
            <a:extLst>
              <a:ext uri="{FF2B5EF4-FFF2-40B4-BE49-F238E27FC236}">
                <a16:creationId xmlns:a16="http://schemas.microsoft.com/office/drawing/2014/main" id="{3046617D-062C-5AAF-FB76-F4FC545A00B3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677333" y="2194560"/>
          <a:ext cx="5816600" cy="40241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0709851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AA3377-44C0-9527-A06B-EECA35CA2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penetration testing results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3B905803-4740-D5B5-DA75-E9139EAC1A9A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685800" y="2194560"/>
          <a:ext cx="10820400" cy="40241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8087029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92994D-4F72-39E0-8B02-531CEEBF6D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Conclusion </a:t>
            </a:r>
            <a:endParaRPr lang="en-US"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A8E49F08-43D1-33D9-585E-573BF3F33A9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37953762"/>
              </p:ext>
            </p:extLst>
          </p:nvPr>
        </p:nvGraphicFramePr>
        <p:xfrm>
          <a:off x="685800" y="2194560"/>
          <a:ext cx="10820400" cy="40241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6935355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F02B1F-C788-DC75-F422-01976543824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Q &amp; A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557FCDC1-7675-3AF5-937B-BF6FF9F0EAB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18175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71FBCBE-2025-965F-B603-9C4658D2370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The End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D770DE04-6B47-355D-B0E6-9C7A589FDFE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8883958"/>
      </p:ext>
    </p:extLst>
  </p:cSld>
  <p:clrMapOvr>
    <a:masterClrMapping/>
  </p:clrMapOvr>
</p:sld>
</file>

<file path=ppt/theme/theme1.xml><?xml version="1.0" encoding="utf-8"?>
<a:theme xmlns:a="http://schemas.openxmlformats.org/drawingml/2006/main" name="Vapor Trail">
  <a:themeElements>
    <a:clrScheme name="Vapor Trail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DF2E28"/>
      </a:accent1>
      <a:accent2>
        <a:srgbClr val="FE801A"/>
      </a:accent2>
      <a:accent3>
        <a:srgbClr val="E9BF35"/>
      </a:accent3>
      <a:accent4>
        <a:srgbClr val="81BB42"/>
      </a:accent4>
      <a:accent5>
        <a:srgbClr val="32C7A9"/>
      </a:accent5>
      <a:accent6>
        <a:srgbClr val="4A9BDC"/>
      </a:accent6>
      <a:hlink>
        <a:srgbClr val="F0532B"/>
      </a:hlink>
      <a:folHlink>
        <a:srgbClr val="F38B53"/>
      </a:folHlink>
    </a:clrScheme>
    <a:fontScheme name="Vapor Trail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Vapor Trail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8F31A783-2159-4870-BC29-2BA7D038EA4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Vapor Trail</Template>
  <TotalTime>270</TotalTime>
  <Words>280</Words>
  <Application>Microsoft Office PowerPoint</Application>
  <PresentationFormat>Widescreen</PresentationFormat>
  <Paragraphs>56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Century Gothic</vt:lpstr>
      <vt:lpstr>Vapor Trail</vt:lpstr>
      <vt:lpstr>secure multi-layered network</vt:lpstr>
      <vt:lpstr>What is my project</vt:lpstr>
      <vt:lpstr>Why did I choose this project</vt:lpstr>
      <vt:lpstr>Demo</vt:lpstr>
      <vt:lpstr>Technologies Used</vt:lpstr>
      <vt:lpstr>What Went wrong</vt:lpstr>
      <vt:lpstr>How I fixed it</vt:lpstr>
      <vt:lpstr>What Went Right</vt:lpstr>
      <vt:lpstr>penetration testing results</vt:lpstr>
      <vt:lpstr>Conclusion </vt:lpstr>
      <vt:lpstr>Q &amp; A</vt:lpstr>
      <vt:lpstr>The End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William Skinner</dc:creator>
  <cp:lastModifiedBy>William Skinner</cp:lastModifiedBy>
  <cp:revision>8</cp:revision>
  <dcterms:created xsi:type="dcterms:W3CDTF">2026-03-02T21:22:18Z</dcterms:created>
  <dcterms:modified xsi:type="dcterms:W3CDTF">2026-03-06T00:11:24Z</dcterms:modified>
</cp:coreProperties>
</file>