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70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9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58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09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29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66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20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35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6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8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8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753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9045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00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95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6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17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7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75DD6-0524-4343-93DA-766D4132C16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C6A89-2932-4D81-B4B9-BB8C48B9E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943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FC7FC-5967-E8A5-75EE-0B10A7F80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secure multi-layered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9C92B-F3FC-B9C4-2DC2-5F8004A85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William A. Skinner</a:t>
            </a:r>
          </a:p>
        </p:txBody>
      </p:sp>
    </p:spTree>
    <p:extLst>
      <p:ext uri="{BB962C8B-B14F-4D97-AF65-F5344CB8AC3E}">
        <p14:creationId xmlns:p14="http://schemas.microsoft.com/office/powerpoint/2010/main" val="77677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3FCB-6AAE-0F32-0DD2-EC2A2CBB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my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D745F-1E72-9B85-9411-372D834D8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32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DCB9-1FB0-09EF-FC55-6625332D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did I choose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96569-26AC-A566-CE24-54F7B349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26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0B1C0-CF37-5823-FBC2-0197F8C02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400A-FAFB-525E-61E1-3CF80F2E9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22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5D8D-604B-71DF-9D4C-E3BA21C1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BB6FE-C046-243D-FB1F-77B6727A6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00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07DC4-B8A5-8433-1E4A-81682D3A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wrong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DB40A-EB1A-370A-8DC5-C75E459D6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53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295D-E491-9480-F617-1C5EFF01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fixed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DB23-9516-B80C-8C2C-FABFEA759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584B1-6F78-75A4-41F0-673E03CB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Went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9D20D-060B-2971-B5E0-D659B825E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8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994D-4F72-39E0-8B02-531CEEBF6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89881-CDA1-E92B-6922-301AC943B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35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02B1F-C788-DC75-F422-01976543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450FD-2961-6890-992A-860633C3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81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1FBCBE-2025-965F-B603-9C4658D237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770DE04-6B47-355D-B0E6-9C7A589FD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83958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56</TotalTime>
  <Words>37</Words>
  <Application>Microsoft Office PowerPoint</Application>
  <PresentationFormat>Widescreen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secure multi-layered network</vt:lpstr>
      <vt:lpstr>What is my project</vt:lpstr>
      <vt:lpstr>Why did I choose this project</vt:lpstr>
      <vt:lpstr>Demo</vt:lpstr>
      <vt:lpstr>Technologies Used</vt:lpstr>
      <vt:lpstr>What Went wrong</vt:lpstr>
      <vt:lpstr>How I fixed it</vt:lpstr>
      <vt:lpstr>What Went Right</vt:lpstr>
      <vt:lpstr>Conclusion </vt:lpstr>
      <vt:lpstr>Q &amp; A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Skinner</dc:creator>
  <cp:lastModifiedBy>William Skinner</cp:lastModifiedBy>
  <cp:revision>3</cp:revision>
  <dcterms:created xsi:type="dcterms:W3CDTF">2026-03-02T21:22:18Z</dcterms:created>
  <dcterms:modified xsi:type="dcterms:W3CDTF">2026-03-02T23:11:49Z</dcterms:modified>
</cp:coreProperties>
</file>