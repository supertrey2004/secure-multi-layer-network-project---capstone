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51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37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12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888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568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19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0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8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5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16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CA41C-B192-449F-9F15-054B2729415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23331F7-9BBE-46F7-B3E5-F2AB85528B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C48086E-6A2B-7C16-39D8-84DB598B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68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Secure Multi-Layer Network Project</a:t>
            </a:r>
            <a:endParaRPr 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CA8C09B1-27C2-60B0-4113-A795D1E3E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551532"/>
              </p:ext>
            </p:extLst>
          </p:nvPr>
        </p:nvGraphicFramePr>
        <p:xfrm>
          <a:off x="838200" y="1202835"/>
          <a:ext cx="10515597" cy="4811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452812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036644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57769889"/>
                    </a:ext>
                  </a:extLst>
                </a:gridCol>
              </a:tblGrid>
              <a:tr h="763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68082"/>
                  </a:ext>
                </a:extLst>
              </a:tr>
              <a:tr h="4047358"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My Capstone project involves designing and deploying a secure, multi-layer enterprise-style network environment. 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system uses segmented networks, centralized authentication, and controlled application-to-database communication to model real-world infrastructure.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reason I’m undertaking this is that I want to gain hands-on experience in enterprise network design and cybersecurity principles. 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 hope to demonstrate how proper segmentation and access control reduce risk while maintaining usability in modern IT environments.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project will be implemented using Hyper-V virtualization, Windows Server with Active Directory, OPNsense firewalls, and Linux-based Node.js and MongoDB servers. 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Security will be validated through penetration testing, firewall rule enforcement, and backup and recovery planning.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1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1158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126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Secure Multi-Layer Network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Skinner</dc:creator>
  <cp:lastModifiedBy>William Skinner</cp:lastModifiedBy>
  <cp:revision>5</cp:revision>
  <dcterms:created xsi:type="dcterms:W3CDTF">2026-01-07T22:04:52Z</dcterms:created>
  <dcterms:modified xsi:type="dcterms:W3CDTF">2026-01-07T22:44:14Z</dcterms:modified>
</cp:coreProperties>
</file>